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iso-11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Media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11 图片</a:t>
            </a:r>
          </a:p>
        </p:txBody>
      </p:sp>
      <p:pic>
        <p:nvPicPr>
          <p:cNvPr id="2" name="im1"/>
          <p:cNvPicPr>
            <a:picLocks noChangeAspect="1"/>
          </p:cNvPicPr>
          <p:nvPr/>
        </p:nvPicPr>
        <p:blipFill>
          <a:blip r:embed="rIdMedia1"/>
          <a:srcRect l="8333" t="0" r="8333" b="0"/>
          <a:stretch>
            <a:fillRect/>
          </a:stretch>
        </p:blipFill>
        <p:spPr>
          <a:xfrm>
            <a:off x="762000" y="1778000"/>
            <a:ext cx="2540000" cy="1524000"/>
          </a:xfrm>
          <a:prstGeom prst="rect"/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iso-11</dc:title>
  <dc:creator>open-pptd</dc:creator>
  <cp:lastModifiedBy>open-pptd</cp:lastModifiedBy>
  <dcterms:created xsi:type="dcterms:W3CDTF">2026-08-10T05:00:40.328Z</dcterms:created>
  <dcterms:modified xsi:type="dcterms:W3CDTF">2026-08-10T05:00:40.328Z</dcterms:modified>
</cp:coreProperties>
</file>