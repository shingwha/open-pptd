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iso-04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Link1" Type="http://schemas.openxmlformats.org/officeDocument/2006/relationships/hyperlink" Target="https://www.kimi.com" TargetMode="External"/><Relationship Id="rIdLink2" Type="http://schemas.openxmlformats.org/officeDocument/2006/relationships/hyperlink" Target="mailto:test@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04 超链接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1778000"/>
            <a:ext cx="8890000" cy="1016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1800">
                <a:latin typeface="MiSans"/>
                <a:ea typeface="MiSans"/>
                <a:cs typeface="MiSans"/>
              </a:rPr>
              <a:t xml:space="preserve">访问 </a:t>
            </a:r>
            <a:r>
              <a:rPr lang="zh-CN" u="sng" sz="1800">
                <a:solidFill>
                  <a:srgbClr val="0563C1"/>
                </a:solidFill>
                <a:latin typeface="MiSans"/>
                <a:ea typeface="MiSans"/>
                <a:cs typeface="MiSans"/>
                <a:hlinkClick xmlns:r="http://schemas.openxmlformats.org/officeDocument/2006/relationships" r:id="rIdLink1"/>
              </a:rPr>
              <a:t>Kimi 官网</a:t>
            </a:r>
            <a:r>
              <a:rPr lang="zh-CN" sz="1800">
                <a:latin typeface="MiSans"/>
                <a:ea typeface="MiSans"/>
                <a:cs typeface="MiSans"/>
              </a:rPr>
              <a:t xml:space="preserve"> 与 </a:t>
            </a:r>
            <a:r>
              <a:rPr lang="zh-CN" u="sng" sz="1800">
                <a:solidFill>
                  <a:srgbClr val="0563C1"/>
                </a:solidFill>
                <a:latin typeface="MiSans"/>
                <a:ea typeface="MiSans"/>
                <a:cs typeface="MiSans"/>
                <a:hlinkClick xmlns:r="http://schemas.openxmlformats.org/officeDocument/2006/relationships" r:id="rIdLink2"/>
              </a:rPr>
              <a:t>发邮件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iso-04</dc:title>
  <dc:creator>open-pptd</dc:creator>
  <cp:lastModifiedBy>open-pptd</cp:lastModifiedBy>
  <dcterms:created xsi:type="dcterms:W3CDTF">2026-08-10T05:00:40.305Z</dcterms:created>
  <dcterms:modified xsi:type="dcterms:W3CDTF">2026-08-10T05:00:40.305Z</dcterms:modified>
</cp:coreProperties>
</file>