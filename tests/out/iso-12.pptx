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iso-12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12 表格</a:t>
            </a:r>
          </a:p>
        </p:txBody>
      </p:sp>
      <p:graphicFrame>
        <p:nvGraphicFramePr>
          <p:cNvPr id="2" name="tb1"/>
          <p:cNvGraphicFramePr/>
          <p:nvPr/>
        </p:nvGraphicFramePr>
        <p:xfrm>
          <a:off x="762000" y="1778000"/>
          <a:ext cx="10160000" cy="1371600"/>
        </p:xfrm>
        <a:graphic>
          <a:graphicData uri="http://schemas.openxmlformats.org/drawingml/2006/table">
            <a:tbl>
              <a:tblPr firstRow="0" bandRow="0" horzBanding="0">
                <a:tableStyleId>{00000000-0000-0000-0000-000000000000}</a:tableStyleId>
              </a:tblPr>
              <a:tblGrid>
                <a:gridCol w="2540000"/>
                <a:gridCol w="2540000"/>
                <a:gridCol w="2540000"/>
                <a:gridCol w="2540000"/>
              </a:tblGrid>
              <a:tr h="381000"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b="1" sz="1350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b="1" sz="1350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b="1" sz="1350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b="1" sz="1350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2563EB"/>
                    </a:solidFill>
                  </a:tcPr>
                </a:tc>
              </a:tr>
              <a:tr h="330200"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F0F4FE"/>
                    </a:solidFill>
                  </a:tcPr>
                </a:tc>
              </a:tr>
              <a:tr h="330200"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</a:tcPr>
                </a:tc>
              </a:tr>
              <a:tr h="330200"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 anchor="ctr" lIns="114300" tIns="0" rIns="114300" bIns="0">
                      <a:noAutofit/>
                    </a:bodyPr>
                    <a:lstStyle/>
                    <a:p>
                      <a:pPr algn="l"/>
                      <a:r>
                        <a:rPr lang="zh-CN" sz="1300">
                          <a:solidFill>
                            <a:srgbClr val="374151"/>
                          </a:solidFill>
                          <a:latin typeface="MiSans"/>
                          <a:ea typeface="MiSans"/>
                          <a:cs typeface="MiSans"/>
                        </a:rPr>
                        <a:t xml:space="preserve"/>
                      </a:r>
                    </a:p>
                  </a:txBody>
                  <a:tcPr anchor="ctr" marL="45720" marR="45720" marT="0" marB="0">
                    <a:lnL>
                      <a:ln w="12700" cap="flat" cmpd="sng" algn="ctr">
                        <a:solidFill>
                          <a:srgbClr val="CFDDFB"/>
                        </a:solidFill>
                      </a:ln>
                    </a:lnL>
                    <a:lnR>
                      <a:ln w="12700" cap="flat" cmpd="sng" algn="ctr">
                        <a:solidFill>
                          <a:srgbClr val="CFDDFB"/>
                        </a:solidFill>
                      </a:ln>
                    </a:lnR>
                    <a:lnT>
                      <a:ln w="12700" cap="flat" cmpd="sng" algn="ctr">
                        <a:solidFill>
                          <a:srgbClr val="CFDDFB"/>
                        </a:solidFill>
                      </a:ln>
                    </a:lnT>
                    <a:lnB>
                      <a:ln w="12700" cap="flat" cmpd="sng" algn="ctr">
                        <a:solidFill>
                          <a:srgbClr val="CFDDFB"/>
                        </a:solidFill>
                      </a:ln>
                    </a:lnB>
                    <a:solidFill>
                      <a:srgbClr val="F0F4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iso-12</dc:title>
  <dc:creator>open-pptd</dc:creator>
  <cp:lastModifiedBy>open-pptd</cp:lastModifiedBy>
  <dcterms:created xsi:type="dcterms:W3CDTF">2026-08-10T05:00:40.331Z</dcterms:created>
  <dcterms:modified xsi:type="dcterms:W3CDTF">2026-08-10T05:00:40.331Z</dcterms:modified>
</cp:coreProperties>
</file>