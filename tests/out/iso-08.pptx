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iso-08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Media1" Type="http://schemas.openxmlformats.org/officeDocument/2006/relationships/image" Target="../media/image1.svg"/><Relationship Id="rIdMedia2" Type="http://schemas.openxmlformats.org/officeDocument/2006/relationships/image" Target="../media/image2.svg"/><Relationship Id="rIdMedia3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08 图标</a:t>
            </a:r>
          </a:p>
        </p:txBody>
      </p:sp>
      <p:pic>
        <p:nvPicPr>
          <p:cNvPr id="2" name="i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Media1"/>
              </a:ext>
            </a:extLst>
          </a:blip>
          <a:stretch>
            <a:fillRect/>
          </a:stretch>
        </p:blipFill>
        <p:spPr>
          <a:xfrm>
            <a:off x="762000" y="1778000"/>
            <a:ext cx="812800" cy="812800"/>
          </a:xfrm>
          <a:prstGeom prst="rect"/>
        </p:spPr>
      </p:pic>
      <p:pic>
        <p:nvPicPr>
          <p:cNvPr id="3" name="i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Media2"/>
              </a:ext>
            </a:extLst>
          </a:blip>
          <a:stretch>
            <a:fillRect/>
          </a:stretch>
        </p:blipFill>
        <p:spPr>
          <a:xfrm>
            <a:off x="1905000" y="1778000"/>
            <a:ext cx="812800" cy="812800"/>
          </a:xfrm>
          <a:prstGeom prst="rect"/>
        </p:spPr>
      </p:pic>
      <p:pic>
        <p:nvPicPr>
          <p:cNvPr id="4" name="i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Media3"/>
              </a:ext>
            </a:extLst>
          </a:blip>
          <a:stretch>
            <a:fillRect/>
          </a:stretch>
        </p:blipFill>
        <p:spPr>
          <a:xfrm>
            <a:off x="3048000" y="1651000"/>
            <a:ext cx="1016000" cy="1016000"/>
          </a:xfrm>
          <a:prstGeom prst="rect"/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iso-08</dc:title>
  <dc:creator>open-pptd</dc:creator>
  <cp:lastModifiedBy>open-pptd</cp:lastModifiedBy>
  <dcterms:created xsi:type="dcterms:W3CDTF">2026-08-10T05:00:40.320Z</dcterms:created>
  <dcterms:modified xsi:type="dcterms:W3CDTF">2026-08-10T05:00:40.320Z</dcterms:modified>
</cp:coreProperties>
</file>