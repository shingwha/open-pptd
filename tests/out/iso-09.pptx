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iso-09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09 形状</a:t>
            </a:r>
          </a:p>
        </p:txBody>
      </p:sp>
      <p:sp>
        <p:nvSpPr>
          <p:cNvPr id="2" name="s1"/>
          <p:cNvSpPr/>
          <p:nvPr/>
        </p:nvSpPr>
        <p:spPr>
          <a:xfrm>
            <a:off x="762000" y="1778000"/>
            <a:ext cx="2032000" cy="1143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</p:spPr>
      </p:sp>
      <p:sp>
        <p:nvSpPr>
          <p:cNvPr id="3" name="s2"/>
          <p:cNvSpPr/>
          <p:nvPr/>
        </p:nvSpPr>
        <p:spPr>
          <a:xfrm>
            <a:off x="3175000" y="1778000"/>
            <a:ext cx="1270000" cy="1270000"/>
          </a:xfrm>
          <a:prstGeom prst="ellipse"/>
          <a:solidFill>
            <a:schemeClr val="accent2"/>
          </a:solidFill>
          <a:ln w="25400" cap="flat" cmpd="sng" algn="ctr">
            <a:solidFill>
              <a:srgbClr val="000000"/>
            </a:solidFill>
          </a:ln>
        </p:spPr>
      </p:sp>
      <p:sp>
        <p:nvSpPr>
          <p:cNvPr id="4" name="s3"/>
          <p:cNvSpPr/>
          <p:nvPr/>
        </p:nvSpPr>
        <p:spPr>
          <a:xfrm>
            <a:off x="4953000" y="1778000"/>
            <a:ext cx="1524000" cy="1397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F4444"/>
          </a:solidFill>
        </p:spPr>
      </p:sp>
      <p:sp>
        <p:nvSpPr>
          <p:cNvPr id="5" name="s4"/>
          <p:cNvSpPr/>
          <p:nvPr/>
        </p:nvSpPr>
        <p:spPr>
          <a:xfrm>
            <a:off x="6985000" y="1778000"/>
            <a:ext cx="2032000" cy="1143000"/>
          </a:xfrm>
          <a:prstGeom prst="rect"/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</a:gradFill>
          <a:effectLst>
            <a:outerShdw blurRad="101600" dist="38100" dir="10800000" rotWithShape="0">
              <a:solidFill>
                <a:srgbClr val="000000">
                  <a:alpha val="25098"/>
                </a:srgbClr>
              </a:solidFill>
            </a:outerShdw>
          </a:effectLst>
        </p:spPr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iso-09</dc:title>
  <dc:creator>open-pptd</dc:creator>
  <cp:lastModifiedBy>open-pptd</cp:lastModifiedBy>
  <dcterms:created xsi:type="dcterms:W3CDTF">2026-08-10T05:00:40.323Z</dcterms:created>
  <dcterms:modified xsi:type="dcterms:W3CDTF">2026-08-10T05:00:40.323Z</dcterms:modified>
</cp:coreProperties>
</file>