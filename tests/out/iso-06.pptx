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>
        <a:latin typeface="MiSans"/>
        <a:ea typeface="MiSans"/>
        <a:cs typeface="MiSans"/>
      </a:defRPr>
    </a:defPPr>
  </p:defaultTextStyle>
  <p:title>iso-06</p:tit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 kern="1200">
          <a:solidFill>
            <a:schemeClr val="tx1"/>
          </a:solidFill>
          <a:latin typeface="MiSans"/>
          <a:ea typeface="MiSans"/>
          <a:cs typeface="MiSans"/>
        </a:defRPr>
      </a:lvl1pPr>
    </p:titleStyle>
    <p:body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bodyStyle>
    <p:otherStyle>
      <a:lvl1pPr>
        <a:defRPr sz="1800">
          <a:solidFill>
            <a:schemeClr val="tx1"/>
          </a:solidFill>
          <a:latin typeface="MiSans"/>
          <a:ea typeface="MiSans"/>
          <a:cs typeface="MiSan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" name="t1"/>
          <p:cNvSpPr txBox="1"/>
          <p:nvPr/>
        </p:nvSpPr>
        <p:spPr>
          <a:xfrm>
            <a:off x="762000" y="762000"/>
            <a:ext cx="5080000" cy="508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b="1" sz="2800">
                <a:solidFill>
                  <a:schemeClr val="accent1"/>
                </a:solidFill>
                <a:latin typeface="MiSans"/>
                <a:ea typeface="MiSans"/>
                <a:cs typeface="MiSans"/>
              </a:rPr>
              <a:t>06 渐变与阴影</a:t>
            </a:r>
          </a:p>
        </p:txBody>
      </p:sp>
      <p:sp>
        <p:nvSpPr>
          <p:cNvPr id="2" name="t2"/>
          <p:cNvSpPr txBox="1"/>
          <p:nvPr/>
        </p:nvSpPr>
        <p:spPr>
          <a:xfrm>
            <a:off x="762000" y="1778000"/>
            <a:ext cx="7620000" cy="762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b="1" sz="2600">
                <a:gradFill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atin typeface="MiSans"/>
                <a:ea typeface="MiSans"/>
                <a:cs typeface="MiSans"/>
              </a:rPr>
              <a:t>渐变文字</a:t>
            </a:r>
          </a:p>
        </p:txBody>
      </p:sp>
      <p:sp>
        <p:nvSpPr>
          <p:cNvPr id="3" name="t3"/>
          <p:cNvSpPr txBox="1"/>
          <p:nvPr/>
        </p:nvSpPr>
        <p:spPr>
          <a:xfrm>
            <a:off x="762000" y="2921000"/>
            <a:ext cx="7620000" cy="762000"/>
          </a:xfrm>
          <a:prstGeom prst="rect">
            <a:avLst/>
          </a:prstGeom>
          <a:noFill/>
        </p:spPr>
        <p:txBody>
          <a:bodyPr lIns="0" tIns="0" rIns="0" bIns="0" wrap="square" anchor="t">
            <a:spAutoFit/>
          </a:bodyPr>
          <a:lstStyle/>
          <a:p>
            <a:pPr algn="l"/>
            <a:r>
              <a:rPr lang="zh-CN" sz="2600">
                <a:solidFill>
                  <a:srgbClr val="2563EB"/>
                </a:solidFill>
                <a:effectLst>
                  <a:outerShdw blurRad="101600" dist="38100" dir="5400000">
                    <a:srgbClr val="000000">
                      <a:alpha val="40000"/>
                    </a:srgbClr>
                  </a:outerShdw>
                </a:effectLst>
                <a:latin typeface="MiSans"/>
                <a:ea typeface="MiSans"/>
                <a:cs typeface="MiSans"/>
              </a:rPr>
              <a:t>阴影文字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蓝色">
  <a:themeElements>
    <a:clrScheme name="蓝色">
      <a:dk1>
        <a:sysClr val="windowText" lastClr="000000"/>
      </a:dk1>
      <a:lt1>
        <a:sysClr val="window" lastClr="FFFFFF"/>
      </a:lt1>
      <a:dk2>
        <a:srgbClr val="1F2937"/>
      </a:dk2>
      <a:lt2>
        <a:srgbClr val="FFFFFF"/>
      </a:lt2>
      <a:accent1>
        <a:srgbClr val="2563EB"/>
      </a:accent1>
      <a:accent2>
        <a:srgbClr val="F59E0B"/>
      </a:accent2>
      <a:accent3>
        <a:srgbClr val="7FB2D9"/>
      </a:accent3>
      <a:accent4>
        <a:srgbClr val="C9A227"/>
      </a:accent4>
      <a:accent5>
        <a:srgbClr val="B5503C"/>
      </a:accent5>
      <a:accent6>
        <a:srgbClr val="5C8A6A"/>
      </a:accent6>
      <a:hlink>
        <a:srgbClr val="0563C1"/>
      </a:hlink>
      <a:folHlink>
        <a:srgbClr val="954F72"/>
      </a:folHlink>
    </a:clrScheme>
    <a:fontScheme name="open-pptd">
      <a:majorFont>
        <a:latin typeface="MiSans"/>
        <a:ea typeface="MiSans"/>
        <a:cs typeface=""/>
      </a:majorFont>
      <a:minorFont>
        <a:latin typeface="MiSans"/>
        <a:ea typeface="Mi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  <a:tableStyleLst>
      <a:tblStyle id="{00000000-0000-0000-0000-000000000000}" styleName="Blank">
        <a:wholeTbl>
          <a:tcTxStyle>
            <a:fontRef idx="minor">
              <a:schemeClr val="tx1"/>
            </a:fontRef>
            <a:schemeClr val="tx1"/>
          </a:tcTxStyle>
        </a:wholeTbl>
      </a:tblStyle>
    </a:tableStyleLst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open-pptd</Application>
  <PresentationFormat>宽屏</PresentationFormat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幻灯片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iso-06</dc:title>
  <dc:creator>open-pptd</dc:creator>
  <cp:lastModifiedBy>open-pptd</cp:lastModifiedBy>
  <dcterms:created xsi:type="dcterms:W3CDTF">2026-08-10T05:00:40.317Z</dcterms:created>
  <dcterms:modified xsi:type="dcterms:W3CDTF">2026-08-10T05:00:40.317Z</dcterms:modified>
</cp:coreProperties>
</file>