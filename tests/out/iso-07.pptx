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iso-07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07 变换与透明度</a:t>
            </a:r>
          </a:p>
        </p:txBody>
      </p:sp>
      <p:sp>
        <p:nvSpPr>
          <p:cNvPr id="2" name="t2"/>
          <p:cNvSpPr txBox="1"/>
          <p:nvPr/>
        </p:nvSpPr>
        <p:spPr>
          <a:xfrm>
            <a:off x="762000" y="1778000"/>
            <a:ext cx="3810000" cy="635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sz="2000">
                <a:solidFill>
                  <a:srgbClr val="DC2626">
                    <a:alpha val="35000"/>
                  </a:srgbClr>
                </a:solidFill>
                <a:latin typeface="MiSans"/>
                <a:ea typeface="MiSans"/>
                <a:cs typeface="MiSans"/>
              </a:rPr>
              <a:t>透明度 35%</a:t>
            </a:r>
          </a:p>
        </p:txBody>
      </p:sp>
      <p:sp>
        <p:nvSpPr>
          <p:cNvPr id="3" name="t3"/>
          <p:cNvSpPr txBox="1"/>
          <p:nvPr/>
        </p:nvSpPr>
        <p:spPr>
          <a:xfrm rot="900000">
            <a:off x="762000" y="2794000"/>
            <a:ext cx="3810000" cy="635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sz="2000">
                <a:latin typeface="MiSans"/>
                <a:ea typeface="MiSans"/>
                <a:cs typeface="MiSans"/>
              </a:rPr>
              <a:t>旋转 15°</a:t>
            </a:r>
          </a:p>
        </p:txBody>
      </p:sp>
      <p:sp>
        <p:nvSpPr>
          <p:cNvPr id="4" name="t4"/>
          <p:cNvSpPr txBox="1"/>
          <p:nvPr/>
        </p:nvSpPr>
        <p:spPr>
          <a:xfrm flipH="1">
            <a:off x="762000" y="3810000"/>
            <a:ext cx="3810000" cy="635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sz="2000">
                <a:latin typeface="MiSans"/>
                <a:ea typeface="MiSans"/>
                <a:cs typeface="MiSans"/>
              </a:rPr>
              <a:t>水平翻转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iso-07</dc:title>
  <dc:creator>open-pptd</dc:creator>
  <cp:lastModifiedBy>open-pptd</cp:lastModifiedBy>
  <dcterms:created xsi:type="dcterms:W3CDTF">2026-08-10T05:00:40.318Z</dcterms:created>
  <dcterms:modified xsi:type="dcterms:W3CDTF">2026-08-10T05:00:40.318Z</dcterms:modified>
</cp:coreProperties>
</file>