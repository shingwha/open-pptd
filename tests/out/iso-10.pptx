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iso-10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10 线条</a:t>
            </a:r>
          </a:p>
        </p:txBody>
      </p:sp>
      <p:cxnSp>
        <p:nvCxnSpPr>
          <p:cNvPr id="2" name="l1"/>
          <p:cNvCxnSpPr/>
          <p:nvPr/>
        </p:nvCxnSpPr>
        <p:spPr>
          <a:xfrm rot="0">
            <a:off x="762000" y="1917700"/>
            <a:ext cx="8890000" cy="0"/>
          </a:xfrm>
          <a:prstGeom prst="straightConnector1"/>
          <a:ln w="12700" cap="flat" cmpd="sng" algn="ctr">
            <a:solidFill>
              <a:srgbClr val="E2E8EE"/>
            </a:solidFill>
          </a:ln>
        </p:spPr>
      </p:cxnSp>
      <p:cxnSp>
        <p:nvCxnSpPr>
          <p:cNvPr id="3" name="l2"/>
          <p:cNvCxnSpPr/>
          <p:nvPr/>
        </p:nvCxnSpPr>
        <p:spPr>
          <a:xfrm rot="-1001955">
            <a:off x="762000" y="4445000"/>
            <a:ext cx="6629595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l3"/>
          <p:cNvCxnSpPr/>
          <p:nvPr/>
        </p:nvCxnSpPr>
        <p:spPr>
          <a:xfrm rot="0">
            <a:off x="7620000" y="2552700"/>
            <a:ext cx="3810000" cy="0"/>
          </a:xfrm>
          <a:prstGeom prst="straightConnector1"/>
          <a:ln w="25400" cap="flat" cmpd="sng" algn="ctr">
            <a:solidFill>
              <a:schemeClr val="accent2"/>
            </a:solidFill>
            <a:tailEnd type="triangle" w="med" len="med"/>
          </a:ln>
        </p:spPr>
      </p:cxn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iso-10</dc:title>
  <dc:creator>open-pptd</dc:creator>
  <cp:lastModifiedBy>open-pptd</cp:lastModifiedBy>
  <dcterms:created xsi:type="dcterms:W3CDTF">2026-08-10T05:00:40.325Z</dcterms:created>
  <dcterms:modified xsi:type="dcterms:W3CDTF">2026-08-10T05:00:40.325Z</dcterms:modified>
</cp:coreProperties>
</file>