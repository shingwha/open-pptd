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svg" ContentType="image/svg+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zh-CN">
        <a:latin typeface="MiSans"/>
        <a:ea typeface="MiSans"/>
        <a:cs typeface="MiSans"/>
      </a:defRPr>
    </a:defPPr>
  </p:defaultTextStyle>
  <p:title>iso-03</p:tit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>
          <a:solidFill>
            <a:schemeClr val="tx1"/>
          </a:solidFill>
          <a:latin typeface="MiSans"/>
          <a:ea typeface="MiSans"/>
          <a:cs typeface="MiSans"/>
        </a:defRPr>
      </a:lvl1pPr>
    </p:titleStyle>
    <p:body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bodyStyle>
    <p:other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t1"/>
          <p:cNvSpPr txBox="1"/>
          <p:nvPr/>
        </p:nvSpPr>
        <p:spPr>
          <a:xfrm>
            <a:off x="762000" y="762000"/>
            <a:ext cx="5080000" cy="508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2800">
                <a:solidFill>
                  <a:schemeClr val="accent1"/>
                </a:solidFill>
                <a:latin typeface="MiSans"/>
                <a:ea typeface="MiSans"/>
                <a:cs typeface="MiSans"/>
              </a:rPr>
              <a:t>03 列表</a:t>
            </a:r>
          </a:p>
        </p:txBody>
      </p:sp>
      <p:sp>
        <p:nvSpPr>
          <p:cNvPr id="2" name="t2"/>
          <p:cNvSpPr txBox="1"/>
          <p:nvPr/>
        </p:nvSpPr>
        <p:spPr>
          <a:xfrm>
            <a:off x="762000" y="1778000"/>
            <a:ext cx="5080000" cy="2540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marL="228600" indent="-228600" algn="l">
              <a:buFont typeface="Arial"/>
              <a:buChar char="•"/>
            </a:pPr>
            <a:r>
              <a:rPr lang="zh-CN" sz="1600">
                <a:latin typeface="MiSans"/>
                <a:ea typeface="MiSans"/>
                <a:cs typeface="MiSans"/>
              </a:rPr>
              <a:t>无序一</a:t>
            </a:r>
          </a:p>
          <a:p>
            <a:pPr marL="228600" indent="-228600" algn="l">
              <a:buFont typeface="Arial"/>
              <a:buChar char="•"/>
            </a:pPr>
            <a:r>
              <a:rPr lang="zh-CN" sz="1600">
                <a:latin typeface="MiSans"/>
                <a:ea typeface="MiSans"/>
                <a:cs typeface="MiSans"/>
              </a:rPr>
              <a:t>无序二</a:t>
            </a:r>
          </a:p>
          <a:p>
            <a:pPr marL="228600" indent="-228600" algn="l">
              <a:buFont typeface="Arial"/>
              <a:buChar char="•"/>
            </a:pPr>
            <a:r>
              <a:rPr lang="zh-CN" sz="1600">
                <a:latin typeface="MiSans"/>
                <a:ea typeface="MiSans"/>
                <a:cs typeface="MiSans"/>
              </a:rPr>
              <a:t>无序三</a:t>
            </a:r>
          </a:p>
        </p:txBody>
      </p:sp>
      <p:sp>
        <p:nvSpPr>
          <p:cNvPr id="3" name="t3"/>
          <p:cNvSpPr txBox="1"/>
          <p:nvPr/>
        </p:nvSpPr>
        <p:spPr>
          <a:xfrm>
            <a:off x="6350000" y="1778000"/>
            <a:ext cx="5080000" cy="2540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marL="228600" indent="-228600" algn="l">
              <a:buFont typeface="Arial"/>
              <a:buAutoNum type="arabicPeriod"/>
            </a:pPr>
            <a:r>
              <a:rPr lang="zh-CN" sz="1600">
                <a:latin typeface="MiSans"/>
                <a:ea typeface="MiSans"/>
                <a:cs typeface="MiSans"/>
              </a:rPr>
              <a:t>有序一</a:t>
            </a:r>
          </a:p>
          <a:p>
            <a:pPr marL="228600" indent="-228600" algn="l">
              <a:buFont typeface="Arial"/>
              <a:buAutoNum type="arabicPeriod"/>
            </a:pPr>
            <a:r>
              <a:rPr lang="zh-CN" sz="1600">
                <a:latin typeface="MiSans"/>
                <a:ea typeface="MiSans"/>
                <a:cs typeface="MiSans"/>
              </a:rPr>
              <a:t>有序二</a:t>
            </a:r>
          </a:p>
          <a:p>
            <a:pPr marL="228600" indent="-228600" algn="l">
              <a:buFont typeface="Arial"/>
              <a:buAutoNum type="arabicPeriod"/>
            </a:pPr>
            <a:r>
              <a:rPr lang="zh-CN" sz="1600">
                <a:latin typeface="MiSans"/>
                <a:ea typeface="MiSans"/>
                <a:cs typeface="MiSans"/>
              </a:rPr>
              <a:t>有序三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蓝色">
  <a:themeElements>
    <a:clrScheme name="蓝色">
      <a:dk1>
        <a:sysClr val="windowText" lastClr="000000"/>
      </a:dk1>
      <a:lt1>
        <a:sysClr val="window" lastClr="FFFFFF"/>
      </a:lt1>
      <a:dk2>
        <a:srgbClr val="1F2937"/>
      </a:dk2>
      <a:lt2>
        <a:srgbClr val="FFFFFF"/>
      </a:lt2>
      <a:accent1>
        <a:srgbClr val="2563EB"/>
      </a:accent1>
      <a:accent2>
        <a:srgbClr val="F59E0B"/>
      </a:accent2>
      <a:accent3>
        <a:srgbClr val="7FB2D9"/>
      </a:accent3>
      <a:accent4>
        <a:srgbClr val="C9A227"/>
      </a:accent4>
      <a:accent5>
        <a:srgbClr val="B5503C"/>
      </a:accent5>
      <a:accent6>
        <a:srgbClr val="5C8A6A"/>
      </a:accent6>
      <a:hlink>
        <a:srgbClr val="0563C1"/>
      </a:hlink>
      <a:folHlink>
        <a:srgbClr val="954F72"/>
      </a:folHlink>
    </a:clrScheme>
    <a:fontScheme name="open-pptd">
      <a:majorFont>
        <a:latin typeface="MiSans"/>
        <a:ea typeface="MiSans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  <a:tableStyleLst>
      <a:tblStyle id="{00000000-0000-0000-0000-000000000000}" styleName="Blank">
        <a:wholeTbl>
          <a:tcTxStyle>
            <a:fontRef idx="minor">
              <a:schemeClr val="tx1"/>
            </a:fontRef>
            <a:schemeClr val="tx1"/>
          </a:tcTxStyle>
        </a:wholeTbl>
      </a:tblStyle>
    </a:tableStyleLst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open-pptd</Application>
  <PresentationFormat>宽屏</PresentationFormat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幻灯片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iso-03</dc:title>
  <dc:creator>open-pptd</dc:creator>
  <cp:lastModifiedBy>open-pptd</cp:lastModifiedBy>
  <dcterms:created xsi:type="dcterms:W3CDTF">2026-08-10T05:00:40.302Z</dcterms:created>
  <dcterms:modified xsi:type="dcterms:W3CDTF">2026-08-10T05:00:40.302Z</dcterms:modified>
</cp:coreProperties>
</file>