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iso-01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762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01 纯文本框</a:t>
            </a:r>
          </a:p>
        </p:txBody>
      </p:sp>
      <p:sp>
        <p:nvSpPr>
          <p:cNvPr id="2" name="t2"/>
          <p:cNvSpPr txBox="1"/>
          <p:nvPr/>
        </p:nvSpPr>
        <p:spPr>
          <a:xfrm>
            <a:off x="762000" y="2032000"/>
            <a:ext cx="635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sz="2000">
                <a:latin typeface="MiSans"/>
                <a:ea typeface="MiSans"/>
                <a:cs typeface="MiSans"/>
              </a:rPr>
              <a:t>基础文本：Hello World 你好世界</a:t>
            </a:r>
          </a:p>
        </p:txBody>
      </p:sp>
      <p:sp>
        <p:nvSpPr>
          <p:cNvPr id="3" name="t3"/>
          <p:cNvSpPr txBox="1"/>
          <p:nvPr/>
        </p:nvSpPr>
        <p:spPr>
          <a:xfrm>
            <a:off x="762000" y="3048000"/>
            <a:ext cx="6350000" cy="1016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/>
            <a:r>
              <a:rPr lang="zh-CN" sz="16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多行文本</a:t>
            </a:r>
            <a:br/>
            <a:r>
              <a:rPr lang="zh-CN" sz="16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第二行内容</a:t>
            </a:r>
            <a:br/>
            <a:r>
              <a:rPr lang="zh-CN" sz="16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第三行内容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iso-01</dc:title>
  <dc:creator>open-pptd</dc:creator>
  <cp:lastModifiedBy>open-pptd</cp:lastModifiedBy>
  <dcterms:created xsi:type="dcterms:W3CDTF">2026-08-10T05:00:40.291Z</dcterms:created>
  <dcterms:modified xsi:type="dcterms:W3CDTF">2026-08-10T05:00:40.291Z</dcterms:modified>
</cp:coreProperties>
</file>