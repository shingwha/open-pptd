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0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叶子 1</cx:pt>
          <cx:pt idx="1">叶子 2</cx:pt>
          <cx:pt idx="2">叶子 3</cx:pt>
          <cx:pt idx="3">叶子 4</cx:pt>
          <cx:pt idx="4">叶子 5</cx:pt>
          <cx:pt idx="5">叶子 6</cx:pt>
          <cx:pt idx="6">叶子 7</cx:pt>
          <cx:pt idx="7">叶子 8</cx:pt>
          <cx:pt idx="8">叶子 9</cx:pt>
          <cx:pt idx="9">叶子 10</cx:pt>
          <cx:pt idx="10">叶子 11</cx:pt>
          <cx:pt idx="11">叶子 12</cx:pt>
          <cx:pt idx="12">叶子 13</cx:pt>
          <cx:pt idx="13">叶子 14</cx:pt>
          <cx:pt idx="14">叶子 15</cx:pt>
          <cx:pt idx="15">叶子 16</cx:pt>
        </cx:lvl>
        <cx:lvl ptCount="16">
          <cx:pt idx="0">茎 1</cx:pt>
          <cx:pt idx="1">茎 1</cx:pt>
          <cx:pt idx="2">茎 1</cx:pt>
          <cx:pt idx="3">茎 2</cx:pt>
          <cx:pt idx="4">茎 2</cx:pt>
          <cx:pt idx="5">茎 2</cx:pt>
          <cx:pt idx="6">茎 2</cx:pt>
          <cx:pt idx="7">茎 3</cx:pt>
          <cx:pt idx="8">茎 3</cx:pt>
          <cx:pt idx="9">茎 4</cx:pt>
          <cx:pt idx="10">茎 4</cx:pt>
          <cx:pt idx="11">茎 5</cx:pt>
          <cx:pt idx="12">茎 5</cx:pt>
          <cx:pt idx="13">茎 6</cx:pt>
          <cx:pt idx="14">茎 6</cx:pt>
          <cx:pt idx="15">茎 6</cx:pt>
        </cx:lvl>
        <cx:lvl ptCount="16">
          <cx:pt idx="0">分支 1</cx:pt>
          <cx:pt idx="1">分支 1</cx:pt>
          <cx:pt idx="2">分支 1</cx:pt>
          <cx:pt idx="3">分支 1</cx:pt>
          <cx:pt idx="4">分支 1</cx:pt>
          <cx:pt idx="5">分支 1</cx:pt>
          <cx:pt idx="6">分支 1</cx:pt>
          <cx:pt idx="7">分支 2</cx:pt>
          <cx:pt idx="8">分支 2</cx:pt>
          <cx:pt idx="9">分支 2</cx:pt>
          <cx:pt idx="10">分支 2</cx:pt>
          <cx:pt idx="11">分支 3</cx:pt>
          <cx:pt idx="12">分支 3</cx:pt>
          <cx:pt idx="13">分支 3</cx:pt>
          <cx:pt idx="14">分支 3</cx:pt>
          <cx:pt idx="15">分支 3</cx:pt>
        </cx:lvl>
      </cx:strDim>
      <cx:numDim type="size">
        <cx:f>Sheet1!$D$2:$D$17</cx:f>
        <cx:lvl ptCount="16" formatCode="G/通用格式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title pos="t" align="ctr" overlay="0"/>
    <cx:plotArea>
      <cx:plotAreaRegion>
        <cx:series layoutId="treemap" uniqueId="{6B5832A0-440F-4961-885C-E4B716468847}">
          <cx:tx>
            <cx:txData>
              <cx:f>Sheet1!$D$1</cx:f>
              <cx:v>系列 1</cx:v>
            </cx:txData>
          </cx:tx>
          <cx:dataPt idx="0">
            <cx:spPr>
              <a:solidFill>
                <a:srgbClr val="4874CB"/>
              </a:solidFill>
            </cx:spPr>
          </cx:dataPt>
          <cx:dataPt idx="10">
            <cx:spPr>
              <a:solidFill>
                <a:srgbClr val="EE822F">
                  <a:lumMod val="60000"/>
                  <a:lumOff val="40000"/>
                </a:srgbClr>
              </a:solidFill>
            </cx:spPr>
          </cx:dataPt>
          <cx:dataPt idx="17">
            <cx:spPr>
              <a:solidFill>
                <a:srgbClr val="75BD42">
                  <a:lumMod val="20000"/>
                  <a:lumOff val="80000"/>
                </a:srgbClr>
              </a:solidFill>
            </cx:spPr>
          </cx:dataPt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图表 5">
                <a:extLst>
                  <a:ext uri="{FF2B5EF4-FFF2-40B4-BE49-F238E27FC236}">
                    <a16:creationId xmlns:a16="http://schemas.microsoft.com/office/drawing/2014/main" id="{82A5EC9F-43D2-6D9C-FCB2-2518CDEA354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4142902"/>
                  </p:ext>
                </p:extLst>
              </p:nvPr>
            </p:nvGraphicFramePr>
            <p:xfrm>
              <a:off x="2032000" y="719666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图表 5">
                <a:extLst>
                  <a:ext uri="{FF2B5EF4-FFF2-40B4-BE49-F238E27FC236}">
                    <a16:creationId xmlns:a16="http://schemas.microsoft.com/office/drawing/2014/main" id="{82A5EC9F-43D2-6D9C-FCB2-2518CDEA35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2000" y="719666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03982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黎胜华</dc:creator>
  <cp:lastModifiedBy>胜华 黎</cp:lastModifiedBy>
  <cp:revision>7</cp:revision>
  <dcterms:created xsi:type="dcterms:W3CDTF">2023-08-09T12:44:00Z</dcterms:created>
  <dcterms:modified xsi:type="dcterms:W3CDTF">2026-08-10T10:24:45Z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