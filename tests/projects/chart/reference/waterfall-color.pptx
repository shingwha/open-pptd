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0" d="100"/>
          <a:sy n="90" d="100"/>
        </p:scale>
        <p:origin x="80" y="4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Microsoft_Excel_Worksheet.xlsx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Sheet1!$A$2:$A$6</cx:f>
        <cx:lvl ptCount="5">
          <cx:pt idx="0">期初</cx:pt>
          <cx:pt idx="1">收入</cx:pt>
          <cx:pt idx="2">成本</cx:pt>
          <cx:pt idx="3">税费</cx:pt>
          <cx:pt idx="4">期末</cx:pt>
        </cx:lvl>
      </cx:strDim>
      <cx:numDim type="val">
        <cx:f>Sheet1!$B$2:$B$6</cx:f>
        <cx:lvl ptCount="5" formatCode="G/通用格式">
          <cx:pt idx="0">100</cx:pt>
          <cx:pt idx="1">50</cx:pt>
          <cx:pt idx="2">-30</cx:pt>
          <cx:pt idx="3">-10</cx:pt>
          <cx:pt idx="4">110</cx:pt>
        </cx:lvl>
      </cx:numDim>
    </cx:data>
  </cx:chartData>
  <cx:chart>
    <cx:title pos="t" align="ctr" overlay="0"/>
    <cx:plotArea>
      <cx:plotAreaRegion>
        <cx:series layoutId="waterfall" uniqueId="{00000000-12CC-4EA0-A778-EFA852CD9FD8}">
          <cx:tx>
            <cx:txData>
              <cx:f>Sheet1!$B$1</cx:f>
              <cx:v>金额</cx:v>
            </cx:txData>
          </cx:tx>
          <cx:spPr>
            <a:solidFill>
              <a:schemeClr val="accent1"/>
            </a:solidFill>
          </cx:spPr>
          <cx:dataPt idx="0">
            <cx:spPr>
              <a:solidFill>
                <a:srgbClr val="F2BA02"/>
              </a:solidFill>
            </cx:spPr>
          </cx:dataPt>
          <cx:dataPt idx="1">
            <cx:spPr>
              <a:solidFill>
                <a:srgbClr val="00B050"/>
              </a:solidFill>
            </cx:spPr>
          </cx:dataPt>
          <cx:dataPt idx="2">
            <cx:spPr>
              <a:solidFill>
                <a:srgbClr val="E54C5E"/>
              </a:solidFill>
            </cx:spPr>
          </cx:dataPt>
          <cx:dataPt idx="3">
            <cx:spPr>
              <a:solidFill>
                <a:srgbClr val="E54C5E"/>
              </a:solidFill>
            </cx:spPr>
          </cx:dataPt>
          <cx:dataPt idx="4">
            <cx:spPr>
              <a:solidFill>
                <a:srgbClr val="F2BA02"/>
              </a:solidFill>
            </cx:spPr>
          </cx:dataPt>
          <cx:dataId val="0"/>
          <cx:layoutPr>
            <cx:subtotals/>
          </cx:layoutPr>
        </cx:series>
      </cx:plotAreaRegion>
      <cx:axis id="0">
        <cx:catScaling gapWidth="0.5"/>
        <cx:title/>
        <cx:tickLabels/>
      </cx:axis>
      <cx:axis id="1">
        <cx:valScaling/>
        <cx:title/>
        <cx:majorGridlines/>
        <cx:tickLabels/>
      </cx:axis>
    </cx:plotArea>
    <cx:legend pos="t" align="ctr" overlay="0"/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7" name="图表 6">
                <a:extLst>
                  <a:ext uri="{FF2B5EF4-FFF2-40B4-BE49-F238E27FC236}">
                    <a16:creationId xmlns:a16="http://schemas.microsoft.com/office/drawing/2014/main" id="{497D42A2-150F-F44B-7D44-0127FC481D2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214574740"/>
                  </p:ext>
                </p:extLst>
              </p:nvPr>
            </p:nvGraphicFramePr>
            <p:xfrm>
              <a:off x="1899652" y="719666"/>
              <a:ext cx="8128000" cy="5418667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7" name="图表 6">
                <a:extLst>
                  <a:ext uri="{FF2B5EF4-FFF2-40B4-BE49-F238E27FC236}">
                    <a16:creationId xmlns:a16="http://schemas.microsoft.com/office/drawing/2014/main" id="{497D42A2-150F-F44B-7D44-0127FC481D2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99652" y="719666"/>
                <a:ext cx="8128000" cy="541866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02545778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</Words>
  <Application>Microsoft Office PowerPoint</Application>
  <PresentationFormat>宽屏</PresentationFormat>
  <Paragraphs>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黎胜华</dc:creator>
  <cp:lastModifiedBy>胜华 黎</cp:lastModifiedBy>
  <cp:revision>6</cp:revision>
  <dcterms:created xsi:type="dcterms:W3CDTF">2023-08-09T12:44:00Z</dcterms:created>
  <dcterms:modified xsi:type="dcterms:W3CDTF">2026-08-10T10:09:01Z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