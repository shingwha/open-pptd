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Ex1.xml" ContentType="application/vnd.ms-office.chartex+xml"/>
  <Override PartName="/ppt/charts/style42.xml" ContentType="application/vnd.ms-office.chartstyle+xml"/>
  <Override PartName="/ppt/charts/colors42.xml" ContentType="application/vnd.ms-office.chartcolorstyle+xml"/>
  <Override PartName="/ppt/charts/chartEx2.xml" ContentType="application/vnd.ms-office.chartex+xml"/>
  <Override PartName="/ppt/charts/style43.xml" ContentType="application/vnd.ms-office.chartstyle+xml"/>
  <Override PartName="/ppt/charts/colors43.xml" ContentType="application/vnd.ms-office.chartcolorstyle+xml"/>
  <Override PartName="/ppt/charts/chartEx3.xml" ContentType="application/vnd.ms-office.chartex+xml"/>
  <Override PartName="/ppt/charts/style44.xml" ContentType="application/vnd.ms-office.chartstyle+xml"/>
  <Override PartName="/ppt/charts/colors44.xml" ContentType="application/vnd.ms-office.chartcolorstyle+xml"/>
  <Override PartName="/ppt/charts/chartEx4.xml" ContentType="application/vnd.ms-office.chartex+xml"/>
  <Override PartName="/ppt/charts/style45.xml" ContentType="application/vnd.ms-office.chartstyle+xml"/>
  <Override PartName="/ppt/charts/colors45.xml" ContentType="application/vnd.ms-office.chartcolorstyle+xml"/>
  <Override PartName="/ppt/charts/chartEx5.xml" ContentType="application/vnd.ms-office.chartex+xml"/>
  <Override PartName="/ppt/charts/style46.xml" ContentType="application/vnd.ms-office.chartstyle+xml"/>
  <Override PartName="/ppt/charts/colors46.xml" ContentType="application/vnd.ms-office.chartcolorstyle+xml"/>
  <Override PartName="/ppt/charts/chartEx6.xml" ContentType="application/vnd.ms-office.chartex+xml"/>
  <Override PartName="/ppt/charts/style47.xml" ContentType="application/vnd.ms-office.chartstyle+xml"/>
  <Override PartName="/ppt/charts/colors47.xml" ContentType="application/vnd.ms-office.chartcolorstyle+xml"/>
  <Override PartName="/ppt/charts/chartEx7.xml" ContentType="application/vnd.ms-office.chartex+xml"/>
  <Override PartName="/ppt/charts/style48.xml" ContentType="application/vnd.ms-office.chartstyle+xml"/>
  <Override PartName="/ppt/charts/colors48.xml" ContentType="application/vnd.ms-office.chartcolorstyle+xml"/>
  <Override PartName="/ppt/charts/chart42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43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44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45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46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47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48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88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2.xml"/><Relationship Id="rId2" Type="http://schemas.microsoft.com/office/2011/relationships/chartStyle" Target="style42.xml"/><Relationship Id="rId1" Type="http://schemas.openxmlformats.org/officeDocument/2006/relationships/package" Target="../embeddings/Microsoft_Excel_Worksheet41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3.xml"/><Relationship Id="rId2" Type="http://schemas.microsoft.com/office/2011/relationships/chartStyle" Target="style43.xml"/><Relationship Id="rId1" Type="http://schemas.openxmlformats.org/officeDocument/2006/relationships/package" Target="../embeddings/Microsoft_Excel_Worksheet42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44.xml"/><Relationship Id="rId2" Type="http://schemas.microsoft.com/office/2011/relationships/chartStyle" Target="style44.xml"/><Relationship Id="rId1" Type="http://schemas.openxmlformats.org/officeDocument/2006/relationships/package" Target="../embeddings/Microsoft_Excel_Worksheet43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5.xml"/><Relationship Id="rId2" Type="http://schemas.microsoft.com/office/2011/relationships/chartStyle" Target="style45.xml"/><Relationship Id="rId1" Type="http://schemas.openxmlformats.org/officeDocument/2006/relationships/package" Target="../embeddings/Microsoft_Excel_Worksheet44.xlsx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46.xml"/><Relationship Id="rId2" Type="http://schemas.microsoft.com/office/2011/relationships/chartStyle" Target="style46.xml"/><Relationship Id="rId1" Type="http://schemas.openxmlformats.org/officeDocument/2006/relationships/package" Target="../embeddings/Microsoft_Excel_Worksheet45.xlsx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47.xml"/><Relationship Id="rId2" Type="http://schemas.microsoft.com/office/2011/relationships/chartStyle" Target="style47.xml"/><Relationship Id="rId1" Type="http://schemas.openxmlformats.org/officeDocument/2006/relationships/package" Target="../embeddings/Microsoft_Excel_Worksheet46.xlsx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48.xml"/><Relationship Id="rId2" Type="http://schemas.microsoft.com/office/2011/relationships/chartStyle" Target="style48.xml"/><Relationship Id="rId1" Type="http://schemas.openxmlformats.org/officeDocument/2006/relationships/package" Target="../embeddings/Microsoft_Excel_Worksheet4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587-9CB4-162CBCD68F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587-9CB4-162CBCD68F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587-9CB4-162CBCD68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7692448"/>
        <c:axId val="1738378640"/>
      </c:barChart>
      <c:catAx>
        <c:axId val="1807692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38378640"/>
        <c:crosses val="autoZero"/>
        <c:auto val="1"/>
        <c:lblAlgn val="ctr"/>
        <c:lblOffset val="100"/>
        <c:noMultiLvlLbl val="0"/>
      </c:catAx>
      <c:valAx>
        <c:axId val="173837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7692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45-4E3A-93A6-20DA0BE06C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45-4E3A-93A6-20DA0BE06C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45-4E3A-93A6-20DA0BE06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63661568"/>
        <c:axId val="1626887536"/>
      </c:barChart>
      <c:catAx>
        <c:axId val="186366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26887536"/>
        <c:crosses val="autoZero"/>
        <c:auto val="1"/>
        <c:lblAlgn val="ctr"/>
        <c:lblOffset val="100"/>
        <c:noMultiLvlLbl val="0"/>
      </c:catAx>
      <c:valAx>
        <c:axId val="162688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6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A0-45F7-A3C4-C4435C0AF7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A0-45F7-A3C4-C4435C0AF7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A0-45F7-A3C4-C4435C0AF7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63583152"/>
        <c:axId val="1855673712"/>
      </c:barChart>
      <c:catAx>
        <c:axId val="1863583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73712"/>
        <c:crosses val="autoZero"/>
        <c:auto val="1"/>
        <c:lblAlgn val="ctr"/>
        <c:lblOffset val="100"/>
        <c:noMultiLvlLbl val="0"/>
      </c:catAx>
      <c:valAx>
        <c:axId val="185567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583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E2-4EB5-AF94-062B67D8F3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E2-4EB5-AF94-062B67D8F3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E2-4EB5-AF94-062B67D8F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63691728"/>
        <c:axId val="1855622352"/>
        <c:axId val="0"/>
      </c:bar3DChart>
      <c:catAx>
        <c:axId val="186369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22352"/>
        <c:crosses val="autoZero"/>
        <c:auto val="1"/>
        <c:lblAlgn val="ctr"/>
        <c:lblOffset val="100"/>
        <c:noMultiLvlLbl val="0"/>
      </c:catAx>
      <c:valAx>
        <c:axId val="1855622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9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0-442A-922D-B1F2A368D9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30-442A-922D-B1F2A368D9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30-442A-922D-B1F2A368D9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47066896"/>
        <c:axId val="1855627632"/>
        <c:axId val="0"/>
      </c:bar3DChart>
      <c:catAx>
        <c:axId val="184706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27632"/>
        <c:crosses val="autoZero"/>
        <c:auto val="1"/>
        <c:lblAlgn val="ctr"/>
        <c:lblOffset val="100"/>
        <c:noMultiLvlLbl val="0"/>
      </c:catAx>
      <c:valAx>
        <c:axId val="1855627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706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3-4828-AC6C-01E37D852A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93-4828-AC6C-01E37D852A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93-4828-AC6C-01E37D852A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63568768"/>
        <c:axId val="1855581552"/>
        <c:axId val="0"/>
      </c:bar3DChart>
      <c:catAx>
        <c:axId val="1863568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81552"/>
        <c:crosses val="autoZero"/>
        <c:auto val="1"/>
        <c:lblAlgn val="ctr"/>
        <c:lblOffset val="100"/>
        <c:noMultiLvlLbl val="0"/>
      </c:catAx>
      <c:valAx>
        <c:axId val="185558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568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EE-42CA-A2AE-4C2D4CBF87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EE-42CA-A2AE-4C2D4CBF87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EE-42CA-A2AE-4C2D4CBF8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63665744"/>
        <c:axId val="1855655952"/>
        <c:axId val="1865320752"/>
      </c:bar3DChart>
      <c:catAx>
        <c:axId val="186366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55952"/>
        <c:crosses val="autoZero"/>
        <c:auto val="1"/>
        <c:lblAlgn val="ctr"/>
        <c:lblOffset val="100"/>
        <c:noMultiLvlLbl val="0"/>
      </c:catAx>
      <c:valAx>
        <c:axId val="1855655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65744"/>
        <c:crosses val="autoZero"/>
        <c:crossBetween val="between"/>
      </c:valAx>
      <c:serAx>
        <c:axId val="18653207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55952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34-4FB0-9C4C-7EA1F7DB5D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34-4FB0-9C4C-7EA1F7DB5D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34-4FB0-9C4C-7EA1F7DB5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3589648"/>
        <c:axId val="1855609872"/>
      </c:lineChart>
      <c:catAx>
        <c:axId val="186358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09872"/>
        <c:crosses val="autoZero"/>
        <c:auto val="1"/>
        <c:lblAlgn val="ctr"/>
        <c:lblOffset val="100"/>
        <c:noMultiLvlLbl val="0"/>
      </c:catAx>
      <c:valAx>
        <c:axId val="1855609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589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28-46F8-85B2-A161C55E37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28-46F8-85B2-A161C55E37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28-46F8-85B2-A161C55E37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3616560"/>
        <c:axId val="1855625232"/>
      </c:lineChart>
      <c:catAx>
        <c:axId val="186361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25232"/>
        <c:crosses val="autoZero"/>
        <c:auto val="1"/>
        <c:lblAlgn val="ctr"/>
        <c:lblOffset val="100"/>
        <c:noMultiLvlLbl val="0"/>
      </c:catAx>
      <c:valAx>
        <c:axId val="185562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16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03-4939-A452-BACF18CA30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03-4939-A452-BACF18CA30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03-4939-A452-BACF18CA3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3650896"/>
        <c:axId val="1855571952"/>
      </c:lineChart>
      <c:catAx>
        <c:axId val="1863650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71952"/>
        <c:crosses val="autoZero"/>
        <c:auto val="1"/>
        <c:lblAlgn val="ctr"/>
        <c:lblOffset val="100"/>
        <c:noMultiLvlLbl val="0"/>
      </c:catAx>
      <c:valAx>
        <c:axId val="185557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50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59-4D03-A388-C64BFD85F4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59-4D03-A388-C64BFD85F4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59-4D03-A388-C64BFD85F4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3688944"/>
        <c:axId val="1855660272"/>
      </c:lineChart>
      <c:catAx>
        <c:axId val="186368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60272"/>
        <c:crosses val="autoZero"/>
        <c:auto val="1"/>
        <c:lblAlgn val="ctr"/>
        <c:lblOffset val="100"/>
        <c:noMultiLvlLbl val="0"/>
      </c:catAx>
      <c:valAx>
        <c:axId val="1855660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88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66-4B2B-9ABB-B7FBC3808B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66-4B2B-9ABB-B7FBC3808B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66-4B2B-9ABB-B7FBC3808B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9556304"/>
        <c:axId val="1855647792"/>
      </c:lineChart>
      <c:catAx>
        <c:axId val="185955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47792"/>
        <c:crosses val="autoZero"/>
        <c:auto val="1"/>
        <c:lblAlgn val="ctr"/>
        <c:lblOffset val="100"/>
        <c:noMultiLvlLbl val="0"/>
      </c:catAx>
      <c:valAx>
        <c:axId val="1855647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955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19-4293-A3F2-768F37993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19-4293-A3F2-768F37993F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19-4293-A3F2-768F37993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219408"/>
        <c:axId val="1855558032"/>
      </c:lineChart>
      <c:catAx>
        <c:axId val="185521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58032"/>
        <c:crosses val="autoZero"/>
        <c:auto val="1"/>
        <c:lblAlgn val="ctr"/>
        <c:lblOffset val="100"/>
        <c:noMultiLvlLbl val="0"/>
      </c:catAx>
      <c:valAx>
        <c:axId val="185555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21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9F-44A1-BA1D-4BCE1ED60B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9F-44A1-BA1D-4BCE1ED60B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9F-44A1-BA1D-4BCE1ED60B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3628624"/>
        <c:axId val="1855633872"/>
        <c:axId val="1865315712"/>
      </c:line3DChart>
      <c:catAx>
        <c:axId val="1863628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3872"/>
        <c:crosses val="autoZero"/>
        <c:auto val="1"/>
        <c:lblAlgn val="ctr"/>
        <c:lblOffset val="100"/>
        <c:noMultiLvlLbl val="0"/>
      </c:catAx>
      <c:valAx>
        <c:axId val="1855633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28624"/>
        <c:crosses val="autoZero"/>
        <c:crossBetween val="between"/>
      </c:valAx>
      <c:serAx>
        <c:axId val="186531571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3872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3B-46DB-9778-46FE3CAE2B9B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3B-46DB-9778-46FE3CAE2B9B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D3B-46DB-9778-46FE3CAE2B9B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D3B-46DB-9778-46FE3CAE2B9B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7-40CD-BB26-2627436F15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E79-46DB-A4EE-035C6D17393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E79-46DB-A4EE-035C6D17393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E79-46DB-A4EE-035C6D17393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E79-46DB-A4EE-035C6D173937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2D-4F7A-95A7-8A15E6A3C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19D-4192-97F4-58EDE87865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19D-4192-97F4-58EDE87865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19D-4192-97F4-58EDE87865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19D-4192-97F4-58EDE878659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19D-4192-97F4-58EDE878659B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D9-4B3C-A1D1-E8CA5BA81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4D-4CC8-9A2F-764B93B873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4D-4CC8-9A2F-764B93B873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4D-4CC8-9A2F-764B93B873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4D-4CC8-9A2F-764B93B873B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14D-4CC8-9A2F-764B93B873B7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A5-4833-A6E9-908003E65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73-44F0-BA17-A314C73633B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473-44F0-BA17-A314C73633B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473-44F0-BA17-A314C73633B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473-44F0-BA17-A314C73633B5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AB-44D5-BB8C-56A6BD052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3-4D41-AB13-6E57AF9CD2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63-4D41-AB13-6E57AF9CD2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63-4D41-AB13-6E57AF9CD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63636048"/>
        <c:axId val="1855628112"/>
      </c:barChart>
      <c:catAx>
        <c:axId val="18636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28112"/>
        <c:crosses val="autoZero"/>
        <c:auto val="1"/>
        <c:lblAlgn val="ctr"/>
        <c:lblOffset val="100"/>
        <c:noMultiLvlLbl val="0"/>
      </c:catAx>
      <c:valAx>
        <c:axId val="185562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6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A8-4A1B-9EAE-33AF95BD2B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A8-4A1B-9EAE-33AF95BD2B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A8-4A1B-9EAE-33AF95BD2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63591504"/>
        <c:axId val="1855661232"/>
      </c:barChart>
      <c:catAx>
        <c:axId val="18635915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61232"/>
        <c:crosses val="autoZero"/>
        <c:auto val="1"/>
        <c:lblAlgn val="ctr"/>
        <c:lblOffset val="100"/>
        <c:noMultiLvlLbl val="0"/>
      </c:catAx>
      <c:valAx>
        <c:axId val="18556612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3591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0E-46E7-A6F5-4C232E54BA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0E-46E7-A6F5-4C232E54BA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0E-46E7-A6F5-4C232E54B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88114640"/>
        <c:axId val="1855563792"/>
      </c:barChart>
      <c:catAx>
        <c:axId val="1888114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63792"/>
        <c:crosses val="autoZero"/>
        <c:auto val="1"/>
        <c:lblAlgn val="ctr"/>
        <c:lblOffset val="100"/>
        <c:noMultiLvlLbl val="0"/>
      </c:catAx>
      <c:valAx>
        <c:axId val="18555637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14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E-42CD-B6E1-9051307AE0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EE-42CD-B6E1-9051307AE0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EE-42CD-B6E1-9051307AE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97828704"/>
        <c:axId val="1855648752"/>
        <c:axId val="0"/>
      </c:bar3DChart>
      <c:catAx>
        <c:axId val="1897828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48752"/>
        <c:crosses val="autoZero"/>
        <c:auto val="1"/>
        <c:lblAlgn val="ctr"/>
        <c:lblOffset val="100"/>
        <c:noMultiLvlLbl val="0"/>
      </c:catAx>
      <c:valAx>
        <c:axId val="1855648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7828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FB-4CDA-B697-B49646E2FE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FB-4CDA-B697-B49646E2FE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FB-4CDA-B697-B49646E2FE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97833808"/>
        <c:axId val="1855597872"/>
        <c:axId val="0"/>
      </c:bar3DChart>
      <c:catAx>
        <c:axId val="189783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97872"/>
        <c:crosses val="autoZero"/>
        <c:auto val="1"/>
        <c:lblAlgn val="ctr"/>
        <c:lblOffset val="100"/>
        <c:noMultiLvlLbl val="0"/>
      </c:catAx>
      <c:valAx>
        <c:axId val="1855597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783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AC-44EB-A299-5EC40AB66C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AC-44EB-A299-5EC40AB66C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AC-44EB-A299-5EC40AB66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97751680"/>
        <c:axId val="1855647312"/>
        <c:axId val="0"/>
      </c:bar3DChart>
      <c:catAx>
        <c:axId val="18977516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47312"/>
        <c:crosses val="autoZero"/>
        <c:auto val="1"/>
        <c:lblAlgn val="ctr"/>
        <c:lblOffset val="100"/>
        <c:noMultiLvlLbl val="0"/>
      </c:catAx>
      <c:valAx>
        <c:axId val="1855647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7751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FA-40EC-BAE9-1E92E6A2EE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FA-40EC-BAE9-1E92E6A2E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97743792"/>
        <c:axId val="1855567152"/>
      </c:areaChart>
      <c:dateAx>
        <c:axId val="189774379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67152"/>
        <c:crosses val="autoZero"/>
        <c:auto val="1"/>
        <c:lblOffset val="100"/>
        <c:baseTimeUnit val="days"/>
      </c:dateAx>
      <c:valAx>
        <c:axId val="185556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77437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D-4903-BA02-1F24B490DE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8D-4903-BA02-1F24B490D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97797152"/>
        <c:axId val="1855598352"/>
      </c:areaChart>
      <c:dateAx>
        <c:axId val="189779715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98352"/>
        <c:crosses val="autoZero"/>
        <c:auto val="1"/>
        <c:lblOffset val="100"/>
        <c:baseTimeUnit val="days"/>
      </c:dateAx>
      <c:valAx>
        <c:axId val="1855598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77971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A2-4C6D-94E1-1C4C53FC78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A2-4C6D-94E1-1C4C53FC78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97796688"/>
        <c:axId val="1855667952"/>
      </c:areaChart>
      <c:dateAx>
        <c:axId val="18977966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67952"/>
        <c:crosses val="autoZero"/>
        <c:auto val="1"/>
        <c:lblOffset val="100"/>
        <c:baseTimeUnit val="days"/>
      </c:dateAx>
      <c:valAx>
        <c:axId val="185566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977966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D-4687-876E-249183928F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0D-4687-876E-249183928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17888"/>
        <c:axId val="1855601712"/>
        <c:axId val="1806778656"/>
      </c:area3DChart>
      <c:dateAx>
        <c:axId val="18881178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01712"/>
        <c:crosses val="autoZero"/>
        <c:auto val="1"/>
        <c:lblOffset val="100"/>
        <c:baseTimeUnit val="days"/>
      </c:dateAx>
      <c:valAx>
        <c:axId val="185560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17888"/>
        <c:crosses val="autoZero"/>
        <c:crossBetween val="midCat"/>
      </c:valAx>
      <c:serAx>
        <c:axId val="180677865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01712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8-4FB2-92AB-63C97AE8B1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18-4FB2-92AB-63C97AE8B1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22064"/>
        <c:axId val="1855666512"/>
        <c:axId val="0"/>
      </c:area3DChart>
      <c:dateAx>
        <c:axId val="18881220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66512"/>
        <c:crosses val="autoZero"/>
        <c:auto val="1"/>
        <c:lblOffset val="100"/>
        <c:baseTimeUnit val="days"/>
      </c:dateAx>
      <c:valAx>
        <c:axId val="185566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220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CE-4AFC-A502-CB99E5D498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CE-4AFC-A502-CB99E5D49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54544"/>
        <c:axId val="1855566672"/>
        <c:axId val="0"/>
      </c:area3DChart>
      <c:dateAx>
        <c:axId val="18881545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66672"/>
        <c:crosses val="autoZero"/>
        <c:auto val="1"/>
        <c:lblOffset val="100"/>
        <c:baseTimeUnit val="days"/>
      </c:dateAx>
      <c:valAx>
        <c:axId val="1855566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545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98-4283-B780-814693AE5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76816"/>
        <c:axId val="1855637712"/>
      </c:scatterChart>
      <c:valAx>
        <c:axId val="1888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7712"/>
        <c:crosses val="autoZero"/>
        <c:crossBetween val="midCat"/>
      </c:valAx>
      <c:valAx>
        <c:axId val="18556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7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93-494F-AD63-1B8350C68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76816"/>
        <c:axId val="1855637712"/>
      </c:scatterChart>
      <c:valAx>
        <c:axId val="1888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7712"/>
        <c:crosses val="autoZero"/>
        <c:crossBetween val="midCat"/>
      </c:valAx>
      <c:valAx>
        <c:axId val="18556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7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10B-47E2-806C-3937ABAA4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76816"/>
        <c:axId val="1855637712"/>
      </c:scatterChart>
      <c:valAx>
        <c:axId val="1888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7712"/>
        <c:crosses val="autoZero"/>
        <c:crossBetween val="midCat"/>
      </c:valAx>
      <c:valAx>
        <c:axId val="18556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7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BBF-444D-97C2-1F061C87DA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76816"/>
        <c:axId val="1855637712"/>
      </c:scatterChart>
      <c:valAx>
        <c:axId val="1888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7712"/>
        <c:crosses val="autoZero"/>
        <c:crossBetween val="midCat"/>
      </c:valAx>
      <c:valAx>
        <c:axId val="18556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7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274-4FB3-89A3-E51CAD3F9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76816"/>
        <c:axId val="1855637712"/>
      </c:scatterChart>
      <c:valAx>
        <c:axId val="1888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7712"/>
        <c:crosses val="autoZero"/>
        <c:crossBetween val="midCat"/>
      </c:valAx>
      <c:valAx>
        <c:axId val="18556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7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78C-47CA-8EF0-37039B42F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8176816"/>
        <c:axId val="1855637712"/>
      </c:scatterChart>
      <c:valAx>
        <c:axId val="188817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7712"/>
        <c:crosses val="autoZero"/>
        <c:crossBetween val="midCat"/>
      </c:valAx>
      <c:valAx>
        <c:axId val="18556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7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9A77-4604-B965-B14CB2E2C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847069216"/>
        <c:axId val="1855588752"/>
      </c:bubbleChart>
      <c:valAx>
        <c:axId val="1847069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588752"/>
        <c:crosses val="autoZero"/>
        <c:crossBetween val="midCat"/>
      </c:valAx>
      <c:valAx>
        <c:axId val="185558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70692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84-4105-B436-242D14B057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84-4105-B436-242D14B05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924208"/>
        <c:axId val="1855616112"/>
      </c:radarChart>
      <c:catAx>
        <c:axId val="190792420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16112"/>
        <c:crosses val="autoZero"/>
        <c:auto val="1"/>
        <c:lblAlgn val="ctr"/>
        <c:lblOffset val="100"/>
        <c:noMultiLvlLbl val="0"/>
      </c:catAx>
      <c:valAx>
        <c:axId val="1855616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7924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B8-4043-8086-6379378FFF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B8-4043-8086-6379378FFF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924208"/>
        <c:axId val="1855616112"/>
      </c:radarChart>
      <c:catAx>
        <c:axId val="1907924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16112"/>
        <c:crosses val="autoZero"/>
        <c:auto val="1"/>
        <c:lblAlgn val="ctr"/>
        <c:lblOffset val="100"/>
        <c:noMultiLvlLbl val="0"/>
      </c:catAx>
      <c:valAx>
        <c:axId val="1855616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7924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BC-42B2-A283-3DE1C5CA69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BC-42B2-A283-3DE1C5CA6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924208"/>
        <c:axId val="1855616112"/>
      </c:radarChart>
      <c:catAx>
        <c:axId val="1907924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16112"/>
        <c:crosses val="autoZero"/>
        <c:auto val="1"/>
        <c:lblAlgn val="ctr"/>
        <c:lblOffset val="100"/>
        <c:noMultiLvlLbl val="0"/>
      </c:catAx>
      <c:valAx>
        <c:axId val="1855616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7924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2E-43C3-98A6-E1895D3C5F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2E-43C3-98A6-E1895D3C5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7948336"/>
        <c:axId val="185563099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2E-43C3-98A6-E1895D3C5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7948336"/>
        <c:axId val="1855630992"/>
      </c:lineChart>
      <c:catAx>
        <c:axId val="190794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30992"/>
        <c:crosses val="autoZero"/>
        <c:auto val="1"/>
        <c:lblAlgn val="ctr"/>
        <c:lblOffset val="100"/>
        <c:noMultiLvlLbl val="0"/>
      </c:catAx>
      <c:valAx>
        <c:axId val="1855630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794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12-4D84-8DD2-12DA2FBAC1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12-4D84-8DD2-12DA2FBAC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7918176"/>
        <c:axId val="18556127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12-4D84-8DD2-12DA2FBAC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7924672"/>
        <c:axId val="1855617072"/>
      </c:lineChart>
      <c:catAx>
        <c:axId val="190791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12752"/>
        <c:crosses val="autoZero"/>
        <c:auto val="1"/>
        <c:lblAlgn val="ctr"/>
        <c:lblOffset val="100"/>
        <c:noMultiLvlLbl val="0"/>
      </c:catAx>
      <c:valAx>
        <c:axId val="1855612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7918176"/>
        <c:crosses val="autoZero"/>
        <c:crossBetween val="between"/>
      </c:valAx>
      <c:valAx>
        <c:axId val="1855617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7924672"/>
        <c:crosses val="max"/>
        <c:crossBetween val="between"/>
      </c:valAx>
      <c:catAx>
        <c:axId val="19079246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55617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2-4DFE-9E8E-308663F39A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02-4DFE-9E8E-308663F39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8003088"/>
        <c:axId val="1855626192"/>
      </c:areaChar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02-4DFE-9E8E-308663F39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8003088"/>
        <c:axId val="1855626192"/>
      </c:barChart>
      <c:catAx>
        <c:axId val="1908003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5626192"/>
        <c:crosses val="autoZero"/>
        <c:auto val="1"/>
        <c:lblAlgn val="ctr"/>
        <c:lblOffset val="100"/>
        <c:noMultiLvlLbl val="0"/>
      </c:catAx>
      <c:valAx>
        <c:axId val="185562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8003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4F-4416-A3B8-5ADB775ACC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4F-4416-A3B8-5ADB775ACC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4F-4416-A3B8-5ADB775ACC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207231520"/>
        <c:axId val="111684080"/>
      </c:stockChart>
      <c:dateAx>
        <c:axId val="2072315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684080"/>
        <c:crosses val="autoZero"/>
        <c:auto val="1"/>
        <c:lblOffset val="100"/>
        <c:baseTimeUnit val="days"/>
      </c:dateAx>
      <c:valAx>
        <c:axId val="11168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231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开盘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E4-450F-BF5C-F721DD8FF4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E4-450F-BF5C-F721DD8FF4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E4-450F-BF5C-F721DD8FF4E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34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8E4-450F-BF5C-F721DD8FF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261754480"/>
        <c:axId val="111620240"/>
      </c:stockChart>
      <c:dateAx>
        <c:axId val="2617544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620240"/>
        <c:crosses val="autoZero"/>
        <c:auto val="1"/>
        <c:lblOffset val="100"/>
        <c:baseTimeUnit val="days"/>
      </c:dateAx>
      <c:valAx>
        <c:axId val="11162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1754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成交量</c:v>
                </c:pt>
              </c:strCache>
            </c:strRef>
          </c:tx>
          <c:spPr>
            <a:solidFill>
              <a:schemeClr val="accent1"/>
            </a:solidFill>
            <a:ln w="38100">
              <a:noFill/>
            </a:ln>
            <a:effectLst/>
          </c:spPr>
          <c:invertIfNegative val="0"/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120</c:v>
                </c:pt>
                <c:pt idx="2">
                  <c:v>150</c:v>
                </c:pt>
                <c:pt idx="3">
                  <c:v>135</c:v>
                </c:pt>
                <c:pt idx="4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6-4412-BA4B-CC3B0BB21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1763296"/>
        <c:axId val="111724880"/>
      </c:barChart>
      <c:stockChart>
        <c:ser>
          <c:idx val="1"/>
          <c:order val="1"/>
          <c:tx>
            <c:strRef>
              <c:f>Sheet1!$C$1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D6-4412-BA4B-CC3B0BB211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D6-4412-BA4B-CC3B0BB211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DD6-4412-BA4B-CC3B0BB21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261764224"/>
        <c:axId val="111723920"/>
      </c:stockChart>
      <c:dateAx>
        <c:axId val="2617632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724880"/>
        <c:crosses val="autoZero"/>
        <c:auto val="1"/>
        <c:lblOffset val="100"/>
        <c:baseTimeUnit val="days"/>
      </c:dateAx>
      <c:valAx>
        <c:axId val="11172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1763296"/>
        <c:crosses val="autoZero"/>
        <c:crossBetween val="between"/>
      </c:valAx>
      <c:valAx>
        <c:axId val="111723920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1764224"/>
        <c:crosses val="max"/>
        <c:crossBetween val="between"/>
      </c:valAx>
      <c:dateAx>
        <c:axId val="2617642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1723920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成交量</c:v>
                </c:pt>
              </c:strCache>
            </c:strRef>
          </c:tx>
          <c:spPr>
            <a:solidFill>
              <a:schemeClr val="accent1"/>
            </a:solidFill>
            <a:ln w="38100">
              <a:noFill/>
            </a:ln>
            <a:effectLst/>
          </c:spPr>
          <c:invertIfNegative val="0"/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120</c:v>
                </c:pt>
                <c:pt idx="2">
                  <c:v>150</c:v>
                </c:pt>
                <c:pt idx="3">
                  <c:v>135</c:v>
                </c:pt>
                <c:pt idx="4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53-4FD1-9A66-5E6E645D4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1865840"/>
        <c:axId val="111712400"/>
      </c:barChart>
      <c:stockChart>
        <c:ser>
          <c:idx val="1"/>
          <c:order val="1"/>
          <c:tx>
            <c:strRef>
              <c:f>Sheet1!$C$1</c:f>
              <c:strCache>
                <c:ptCount val="1"/>
                <c:pt idx="0">
                  <c:v>开盘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53-4FD1-9A66-5E6E645D4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53-4FD1-9A66-5E6E645D4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53-4FD1-9A66-5E6E645D475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953-4FD1-9A66-5E6E645D4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261861200"/>
        <c:axId val="111719120"/>
      </c:stockChart>
      <c:dateAx>
        <c:axId val="2618658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712400"/>
        <c:crosses val="autoZero"/>
        <c:auto val="1"/>
        <c:lblOffset val="100"/>
        <c:baseTimeUnit val="days"/>
      </c:dateAx>
      <c:valAx>
        <c:axId val="11171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1865840"/>
        <c:crosses val="autoZero"/>
        <c:crossBetween val="between"/>
      </c:valAx>
      <c:valAx>
        <c:axId val="111719120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1861200"/>
        <c:crosses val="max"/>
        <c:crossBetween val="between"/>
      </c:valAx>
      <c:dateAx>
        <c:axId val="2618612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1719120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叶子 1</cx:pt>
          <cx:pt idx="1">叶子 2</cx:pt>
          <cx:pt idx="2">叶子 3</cx:pt>
          <cx:pt idx="3">叶子 4</cx:pt>
          <cx:pt idx="4">叶子 5</cx:pt>
          <cx:pt idx="5">叶子 6</cx:pt>
          <cx:pt idx="6">叶子 7</cx:pt>
          <cx:pt idx="7">叶子 8</cx:pt>
          <cx:pt idx="8">叶子 9</cx:pt>
          <cx:pt idx="9">叶子 10</cx:pt>
          <cx:pt idx="10">叶子 11</cx:pt>
          <cx:pt idx="11">叶子 12</cx:pt>
          <cx:pt idx="12">叶子 13</cx:pt>
          <cx:pt idx="13">叶子 14</cx:pt>
          <cx:pt idx="14">叶子 15</cx:pt>
          <cx:pt idx="15">叶子 16</cx:pt>
        </cx:lvl>
        <cx:lvl ptCount="16">
          <cx:pt idx="0">茎 1</cx:pt>
          <cx:pt idx="1">茎 1</cx:pt>
          <cx:pt idx="2">茎 1</cx:pt>
          <cx:pt idx="3">茎 2</cx:pt>
          <cx:pt idx="4">茎 2</cx:pt>
          <cx:pt idx="5">茎 2</cx:pt>
          <cx:pt idx="6">茎 2</cx:pt>
          <cx:pt idx="7">茎 3</cx:pt>
          <cx:pt idx="8">茎 3</cx:pt>
          <cx:pt idx="9">茎 4</cx:pt>
          <cx:pt idx="10">茎 4</cx:pt>
          <cx:pt idx="11">茎 5</cx:pt>
          <cx:pt idx="12">茎 5</cx:pt>
          <cx:pt idx="13">茎 6</cx:pt>
          <cx:pt idx="14">茎 6</cx:pt>
          <cx:pt idx="15">茎 6</cx:pt>
        </cx:lvl>
        <cx:lvl ptCount="16">
          <cx:pt idx="0">分支 1</cx:pt>
          <cx:pt idx="1">分支 1</cx:pt>
          <cx:pt idx="2">分支 1</cx:pt>
          <cx:pt idx="3">分支 1</cx:pt>
          <cx:pt idx="4">分支 1</cx:pt>
          <cx:pt idx="5">分支 1</cx:pt>
          <cx:pt idx="6">分支 1</cx:pt>
          <cx:pt idx="7">分支 2</cx:pt>
          <cx:pt idx="8">分支 2</cx:pt>
          <cx:pt idx="9">分支 2</cx:pt>
          <cx:pt idx="10">分支 2</cx:pt>
          <cx:pt idx="11">分支 3</cx:pt>
          <cx:pt idx="12">分支 3</cx:pt>
          <cx:pt idx="13">分支 3</cx:pt>
          <cx:pt idx="14">分支 3</cx:pt>
          <cx:pt idx="15">分支 3</cx:pt>
        </cx:lvl>
      </cx:strDim>
      <cx:numDim type="size">
        <cx:f>Sheet1!$D$2:$D$17</cx:f>
        <cx:lvl ptCount="16" formatCode="G/通用格式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/>
    <cx:plotArea>
      <cx:plotAreaRegion>
        <cx:series layoutId="treemap" uniqueId="{A8399CF5-01A4-4730-90ED-20534B977C5B}">
          <cx:tx>
            <cx:txData>
              <cx:f>Sheet1!$D$1</cx:f>
              <cx:v>系列 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叶子 1</cx:pt>
          <cx:pt idx="1">叶子 2</cx:pt>
          <cx:pt idx="2">叶子 3</cx:pt>
          <cx:pt idx="3">叶子 4</cx:pt>
          <cx:pt idx="4">叶子 5</cx:pt>
          <cx:pt idx="7">叶子 8</cx:pt>
          <cx:pt idx="9">叶子 10</cx:pt>
          <cx:pt idx="10">叶子 11</cx:pt>
          <cx:pt idx="11">叶子 12</cx:pt>
          <cx:pt idx="12">叶子 13</cx:pt>
          <cx:pt idx="13">叶子 14</cx:pt>
          <cx:pt idx="14">叶子 15</cx:pt>
        </cx:lvl>
        <cx:lvl ptCount="16">
          <cx:pt idx="0">茎 1</cx:pt>
          <cx:pt idx="1">茎 1</cx:pt>
          <cx:pt idx="2">茎 1</cx:pt>
          <cx:pt idx="3">茎 2</cx:pt>
          <cx:pt idx="4">茎 2</cx:pt>
          <cx:pt idx="5">叶子 6</cx:pt>
          <cx:pt idx="6">叶子 7</cx:pt>
          <cx:pt idx="7">茎 3</cx:pt>
          <cx:pt idx="8">叶子 9</cx:pt>
          <cx:pt idx="9">茎 4</cx:pt>
          <cx:pt idx="10">茎 4</cx:pt>
          <cx:pt idx="11">茎 5</cx:pt>
          <cx:pt idx="12">茎 5</cx:pt>
          <cx:pt idx="13">茎 6</cx:pt>
          <cx:pt idx="14">茎 6</cx:pt>
          <cx:pt idx="15">叶子 16</cx:pt>
        </cx:lvl>
        <cx:lvl ptCount="16">
          <cx:pt idx="0">分支 1</cx:pt>
          <cx:pt idx="1">分支 1</cx:pt>
          <cx:pt idx="2">分支 1</cx:pt>
          <cx:pt idx="3">分支 1</cx:pt>
          <cx:pt idx="4">分支 1</cx:pt>
          <cx:pt idx="5">分支 1</cx:pt>
          <cx:pt idx="6">分支 1</cx:pt>
          <cx:pt idx="7">分支 2</cx:pt>
          <cx:pt idx="8">分支 2</cx:pt>
          <cx:pt idx="9">分支 2</cx:pt>
          <cx:pt idx="10">分支 2</cx:pt>
          <cx:pt idx="11">分支 3</cx:pt>
          <cx:pt idx="12">分支 3</cx:pt>
          <cx:pt idx="13">分支 3</cx:pt>
          <cx:pt idx="14">分支 3</cx:pt>
          <cx:pt idx="15">分支 3</cx:pt>
        </cx:lvl>
      </cx:strDim>
      <cx:numDim type="size">
        <cx:f>Sheet1!$D$2:$D$17</cx:f>
        <cx:lvl ptCount="16" formatCode="G/通用格式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/>
    <cx:plotArea>
      <cx:plotAreaRegion>
        <cx:series layoutId="sunburst" uniqueId="{2B963004-A31B-4743-B0B4-D61A009AE379}">
          <cx:tx>
            <cx:txData>
              <cx:f>Sheet1!$D$1</cx:f>
              <cx:v>系列 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/通用格式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/>
    <cx:plotArea>
      <cx:plotAreaRegion>
        <cx:series layoutId="clusteredColumn" uniqueId="{D9332458-F97A-43BE-9504-7ABC27F5D500}">
          <cx:tx>
            <cx:txData>
              <cx:f>Sheet1!$A$1</cx:f>
              <cx:v>系列 1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Sheet1!$A$2:$A$51</cx:f>
        <cx:lvl ptCount="50">
          <cx:pt idx="0">类别 1</cx:pt>
          <cx:pt idx="1">类别 3</cx:pt>
          <cx:pt idx="2">类别 1</cx:pt>
          <cx:pt idx="3">类别 2</cx:pt>
          <cx:pt idx="4">类别 4</cx:pt>
          <cx:pt idx="5">类别 1</cx:pt>
          <cx:pt idx="6">类别 4</cx:pt>
          <cx:pt idx="7">类别 3</cx:pt>
          <cx:pt idx="8">类别 4</cx:pt>
          <cx:pt idx="9">类别 1</cx:pt>
          <cx:pt idx="10">类别 2</cx:pt>
          <cx:pt idx="11">类别 4</cx:pt>
          <cx:pt idx="12">类别 4</cx:pt>
          <cx:pt idx="13">类别 2</cx:pt>
          <cx:pt idx="14">类别 1</cx:pt>
          <cx:pt idx="15">类别 1</cx:pt>
          <cx:pt idx="16">类别 1</cx:pt>
          <cx:pt idx="17">类别 4</cx:pt>
          <cx:pt idx="18">类别 4</cx:pt>
          <cx:pt idx="19">类别 4</cx:pt>
          <cx:pt idx="20">类别 1</cx:pt>
          <cx:pt idx="21">类别 1</cx:pt>
          <cx:pt idx="22">类别 4</cx:pt>
          <cx:pt idx="23">类别 1</cx:pt>
          <cx:pt idx="24">类别 1</cx:pt>
          <cx:pt idx="25">类别 4</cx:pt>
          <cx:pt idx="26">类别 1</cx:pt>
          <cx:pt idx="27">类别 4</cx:pt>
          <cx:pt idx="28">类别 4</cx:pt>
          <cx:pt idx="29">类别 4</cx:pt>
          <cx:pt idx="30">类别 4</cx:pt>
          <cx:pt idx="31">类别 2</cx:pt>
          <cx:pt idx="32">类别 4</cx:pt>
          <cx:pt idx="33">类别 1</cx:pt>
          <cx:pt idx="34">类别 4</cx:pt>
          <cx:pt idx="35">类别 1</cx:pt>
          <cx:pt idx="36">类别 4</cx:pt>
          <cx:pt idx="37">类别 2</cx:pt>
          <cx:pt idx="38">类别 4</cx:pt>
          <cx:pt idx="39">类别 3</cx:pt>
          <cx:pt idx="40">类别 4</cx:pt>
          <cx:pt idx="41">类别 4</cx:pt>
          <cx:pt idx="42">类别 2</cx:pt>
          <cx:pt idx="43">类别 4</cx:pt>
          <cx:pt idx="44">类别 1</cx:pt>
          <cx:pt idx="45">类别 1</cx:pt>
          <cx:pt idx="46">类别 1</cx:pt>
          <cx:pt idx="47">类别 2</cx:pt>
          <cx:pt idx="48">类别 4</cx:pt>
          <cx:pt idx="49">类别 4</cx:pt>
        </cx:lvl>
      </cx:strDim>
      <cx:numDim type="val">
        <cx:f>Sheet1!$B$2:$B$51</cx:f>
        <cx:lvl ptCount="50" formatCode="G/通用格式">
          <cx:pt idx="0">1</cx:pt>
          <cx:pt idx="1">1</cx:pt>
          <cx:pt idx="2">1</cx:pt>
          <cx:pt idx="3">1</cx:pt>
          <cx:pt idx="4">1</cx:pt>
          <cx:pt idx="5">1</cx:pt>
          <cx:pt idx="6">1</cx:pt>
          <cx:pt idx="7">1</cx:pt>
          <cx:pt idx="8">1</cx:pt>
          <cx:pt idx="9">1</cx:pt>
          <cx:pt idx="10">1</cx:pt>
          <cx:pt idx="11">1</cx:pt>
          <cx:pt idx="12">1</cx:pt>
          <cx:pt idx="13">1</cx:pt>
          <cx:pt idx="14">1</cx:pt>
          <cx:pt idx="15">1</cx:pt>
          <cx:pt idx="16">1</cx:pt>
          <cx:pt idx="17">1</cx:pt>
          <cx:pt idx="18">1</cx:pt>
          <cx:pt idx="19">1</cx:pt>
          <cx:pt idx="20">1</cx:pt>
          <cx:pt idx="21">1</cx:pt>
          <cx:pt idx="22">1</cx:pt>
          <cx:pt idx="23">1</cx:pt>
          <cx:pt idx="24">1</cx:pt>
          <cx:pt idx="25">1</cx:pt>
          <cx:pt idx="26">1</cx:pt>
          <cx:pt idx="27">1</cx:pt>
          <cx:pt idx="28">1</cx:pt>
          <cx:pt idx="29">1</cx:pt>
          <cx:pt idx="30">1</cx:pt>
          <cx:pt idx="31">1</cx:pt>
          <cx:pt idx="32">1</cx:pt>
          <cx:pt idx="33">1</cx:pt>
          <cx:pt idx="34">1</cx:pt>
          <cx:pt idx="35">1</cx:pt>
          <cx:pt idx="36">1</cx:pt>
          <cx:pt idx="37">1</cx:pt>
          <cx:pt idx="38">1</cx:pt>
          <cx:pt idx="39">1</cx:pt>
          <cx:pt idx="40">1</cx:pt>
          <cx:pt idx="41">1</cx:pt>
          <cx:pt idx="42">1</cx:pt>
          <cx:pt idx="43">1</cx:pt>
          <cx:pt idx="44">1</cx:pt>
          <cx:pt idx="45">1</cx:pt>
          <cx:pt idx="46">1</cx:pt>
          <cx:pt idx="47">1</cx:pt>
          <cx:pt idx="48">1</cx:pt>
          <cx:pt idx="49">1</cx:pt>
        </cx:lvl>
      </cx:numDim>
    </cx:data>
  </cx:chartData>
  <cx:chart>
    <cx:title pos="t" align="ctr" overlay="0"/>
    <cx:plotArea>
      <cx:plotAreaRegion>
        <cx:series layoutId="clusteredColumn" uniqueId="{DE1BB394-FB97-4E51-B9C1-D8C1AD850B19}">
          <cx:tx>
            <cx:txData>
              <cx:f>Sheet1!$B$1</cx:f>
              <cx:v>系列 1</cx:v>
            </cx:txData>
          </cx:tx>
          <cx:dataId val="0"/>
          <cx:layoutPr>
            <cx:aggregation/>
          </cx:layoutPr>
          <cx:axisId val="1"/>
        </cx:series>
        <cx:series layoutId="paretoLine" ownerIdx="0" uniqueId="{822E5F40-F434-43C3-B6E0-5BD18D934446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Sheet1!$A$2:$A$23</cx:f>
        <cx:lvl ptCount="22">
          <cx:pt idx="0">类别 1</cx:pt>
          <cx:pt idx="1">类别 1</cx:pt>
          <cx:pt idx="2">类别 1</cx:pt>
          <cx:pt idx="3">类别 1</cx:pt>
          <cx:pt idx="4">类别 1</cx:pt>
          <cx:pt idx="5">类别 1</cx:pt>
          <cx:pt idx="6">类别 1</cx:pt>
          <cx:pt idx="7">类别 1</cx:pt>
          <cx:pt idx="8">类别 1</cx:pt>
          <cx:pt idx="9">类别 2</cx:pt>
          <cx:pt idx="10">类别 2</cx:pt>
          <cx:pt idx="11">类别 2</cx:pt>
          <cx:pt idx="12">类别 2</cx:pt>
          <cx:pt idx="13">类别 2</cx:pt>
          <cx:pt idx="14">类别 2</cx:pt>
          <cx:pt idx="15">类别 2</cx:pt>
          <cx:pt idx="16">类别 3</cx:pt>
          <cx:pt idx="17">类别 3</cx:pt>
          <cx:pt idx="18">类别 3</cx:pt>
          <cx:pt idx="19">类别 3</cx:pt>
          <cx:pt idx="20">类别 3</cx:pt>
          <cx:pt idx="21">类别 3</cx:pt>
        </cx:lvl>
      </cx:strDim>
      <cx:numDim type="val">
        <cx:f>Sheet1!$B$2:$B$23</cx:f>
        <cx:lvl ptCount="22" formatCode="G/通用格式">
          <cx:pt idx="0">-7</cx:pt>
          <cx:pt idx="1">-10</cx:pt>
          <cx:pt idx="2">-28</cx:pt>
          <cx:pt idx="3">47</cx:pt>
          <cx:pt idx="4">11</cx:pt>
          <cx:pt idx="5">-24</cx:pt>
          <cx:pt idx="6">-24</cx:pt>
          <cx:pt idx="7">36</cx:pt>
          <cx:pt idx="8">10</cx:pt>
          <cx:pt idx="9">-78</cx:pt>
          <cx:pt idx="10">47</cx:pt>
          <cx:pt idx="11">-24</cx:pt>
          <cx:pt idx="12">-17</cx:pt>
          <cx:pt idx="13">-12</cx:pt>
          <cx:pt idx="14">-11</cx:pt>
          <cx:pt idx="15">17</cx:pt>
          <cx:pt idx="16">14</cx:pt>
          <cx:pt idx="17">46</cx:pt>
          <cx:pt idx="18">-18</cx:pt>
          <cx:pt idx="19">19</cx:pt>
          <cx:pt idx="20">-26</cx:pt>
          <cx:pt idx="21">-20</cx:pt>
        </cx:lvl>
      </cx:numDim>
    </cx:data>
    <cx:data id="1">
      <cx:strDim type="cat">
        <cx:f>Sheet1!$A$2:$A$23</cx:f>
        <cx:lvl ptCount="22">
          <cx:pt idx="0">类别 1</cx:pt>
          <cx:pt idx="1">类别 1</cx:pt>
          <cx:pt idx="2">类别 1</cx:pt>
          <cx:pt idx="3">类别 1</cx:pt>
          <cx:pt idx="4">类别 1</cx:pt>
          <cx:pt idx="5">类别 1</cx:pt>
          <cx:pt idx="6">类别 1</cx:pt>
          <cx:pt idx="7">类别 1</cx:pt>
          <cx:pt idx="8">类别 1</cx:pt>
          <cx:pt idx="9">类别 2</cx:pt>
          <cx:pt idx="10">类别 2</cx:pt>
          <cx:pt idx="11">类别 2</cx:pt>
          <cx:pt idx="12">类别 2</cx:pt>
          <cx:pt idx="13">类别 2</cx:pt>
          <cx:pt idx="14">类别 2</cx:pt>
          <cx:pt idx="15">类别 2</cx:pt>
          <cx:pt idx="16">类别 3</cx:pt>
          <cx:pt idx="17">类别 3</cx:pt>
          <cx:pt idx="18">类别 3</cx:pt>
          <cx:pt idx="19">类别 3</cx:pt>
          <cx:pt idx="20">类别 3</cx:pt>
          <cx:pt idx="21">类别 3</cx:pt>
        </cx:lvl>
      </cx:strDim>
      <cx:numDim type="val">
        <cx:f>Sheet1!$C$2:$C$23</cx:f>
        <cx:lvl ptCount="22" formatCode="G/通用格式">
          <cx:pt idx="0">-3</cx:pt>
          <cx:pt idx="1">1</cx:pt>
          <cx:pt idx="2">-6</cx:pt>
          <cx:pt idx="3">10</cx:pt>
          <cx:pt idx="4">34</cx:pt>
          <cx:pt idx="5">128</cx:pt>
          <cx:pt idx="6">22</cx:pt>
          <cx:pt idx="7">-12</cx:pt>
          <cx:pt idx="8">-28</cx:pt>
          <cx:pt idx="9">6</cx:pt>
          <cx:pt idx="10">31</cx:pt>
          <cx:pt idx="11">3</cx:pt>
          <cx:pt idx="12">12</cx:pt>
          <cx:pt idx="13">-12</cx:pt>
          <cx:pt idx="14">-13</cx:pt>
          <cx:pt idx="15">6</cx:pt>
          <cx:pt idx="16">15</cx:pt>
          <cx:pt idx="17">41</cx:pt>
          <cx:pt idx="18">16</cx:pt>
          <cx:pt idx="19">10</cx:pt>
          <cx:pt idx="20">23</cx:pt>
          <cx:pt idx="21">16</cx:pt>
        </cx:lvl>
      </cx:numDim>
    </cx:data>
    <cx:data id="2">
      <cx:strDim type="cat">
        <cx:f>Sheet1!$A$2:$A$23</cx:f>
        <cx:lvl ptCount="22">
          <cx:pt idx="0">类别 1</cx:pt>
          <cx:pt idx="1">类别 1</cx:pt>
          <cx:pt idx="2">类别 1</cx:pt>
          <cx:pt idx="3">类别 1</cx:pt>
          <cx:pt idx="4">类别 1</cx:pt>
          <cx:pt idx="5">类别 1</cx:pt>
          <cx:pt idx="6">类别 1</cx:pt>
          <cx:pt idx="7">类别 1</cx:pt>
          <cx:pt idx="8">类别 1</cx:pt>
          <cx:pt idx="9">类别 2</cx:pt>
          <cx:pt idx="10">类别 2</cx:pt>
          <cx:pt idx="11">类别 2</cx:pt>
          <cx:pt idx="12">类别 2</cx:pt>
          <cx:pt idx="13">类别 2</cx:pt>
          <cx:pt idx="14">类别 2</cx:pt>
          <cx:pt idx="15">类别 2</cx:pt>
          <cx:pt idx="16">类别 3</cx:pt>
          <cx:pt idx="17">类别 3</cx:pt>
          <cx:pt idx="18">类别 3</cx:pt>
          <cx:pt idx="19">类别 3</cx:pt>
          <cx:pt idx="20">类别 3</cx:pt>
          <cx:pt idx="21">类别 3</cx:pt>
        </cx:lvl>
      </cx:strDim>
      <cx:numDim type="val">
        <cx:f>Sheet1!$D$2:$D$23</cx:f>
        <cx:lvl ptCount="22" formatCode="G/通用格式">
          <cx:pt idx="0">-24</cx:pt>
          <cx:pt idx="1">11</cx:pt>
          <cx:pt idx="2">34</cx:pt>
          <cx:pt idx="3">-19</cx:pt>
          <cx:pt idx="4">4</cx:pt>
          <cx:pt idx="5">27</cx:pt>
          <cx:pt idx="6">27</cx:pt>
          <cx:pt idx="7">-3</cx:pt>
          <cx:pt idx="8">44</cx:pt>
          <cx:pt idx="9">50</cx:pt>
          <cx:pt idx="10">91</cx:pt>
          <cx:pt idx="11">-8</cx:pt>
          <cx:pt idx="12">36</cx:pt>
          <cx:pt idx="13">16</cx:pt>
          <cx:pt idx="14">24</cx:pt>
          <cx:pt idx="15">46</cx:pt>
          <cx:pt idx="16">14</cx:pt>
          <cx:pt idx="17">-6</cx:pt>
          <cx:pt idx="18">48</cx:pt>
          <cx:pt idx="19">23</cx:pt>
          <cx:pt idx="20">23</cx:pt>
          <cx:pt idx="21">-18</cx:pt>
        </cx:lvl>
      </cx:numDim>
    </cx:data>
  </cx:chartData>
  <cx:chart>
    <cx:title pos="t" align="ctr" overlay="0"/>
    <cx:plotArea>
      <cx:plotAreaRegion>
        <cx:series layoutId="boxWhisker" uniqueId="{4292B450-77D8-429B-A05A-5C0030C15E44}">
          <cx:tx>
            <cx:txData>
              <cx:f>Sheet1!$B$1</cx:f>
              <cx:v>系列 1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5CC80B1C-31AF-4A28-A8A9-FFE7162B532F}">
          <cx:tx>
            <cx:txData>
              <cx:f>Sheet1!$C$1</cx:f>
              <cx:v>系列 2</cx:v>
            </cx:txData>
          </cx:tx>
          <cx:dataId val="1"/>
          <cx:layoutPr>
            <cx:visibility meanLine="0" meanMarker="1" nonoutliers="0" outliers="1"/>
            <cx:statistics quartileMethod="exclusive"/>
          </cx:layoutPr>
        </cx:series>
        <cx:series layoutId="boxWhisker" uniqueId="{EC0542FF-289B-4EBD-AE75-FA62B9E5B74E}">
          <cx:tx>
            <cx:txData>
              <cx:f>Sheet1!$D$1</cx:f>
              <cx:v>系列 3</cx:v>
            </cx:txData>
          </cx:tx>
          <cx:dataId val="2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类别 1</cx:pt>
          <cx:pt idx="1">类别 2</cx:pt>
          <cx:pt idx="2">类别 3</cx:pt>
          <cx:pt idx="3">类别 4</cx:pt>
          <cx:pt idx="4">类别 5</cx:pt>
          <cx:pt idx="5">类别 6</cx:pt>
          <cx:pt idx="6">类别 7</cx:pt>
          <cx:pt idx="7">类别 8</cx:pt>
        </cx:lvl>
      </cx:strDim>
      <cx:numDim type="val">
        <cx:f>Sheet1!$B$2:$B$9</cx:f>
        <cx:lvl ptCount="8" formatCode="G/通用格式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/>
    <cx:plotArea>
      <cx:plotAreaRegion>
        <cx:series layoutId="waterfall" uniqueId="{D5F6BB1F-46DB-4181-863C-B0019C09142F}">
          <cx:tx>
            <cx:txData>
              <cx:f>Sheet1!$B$1</cx:f>
              <cx:v>系列 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类别 1</cx:pt>
          <cx:pt idx="1">类别 2</cx:pt>
          <cx:pt idx="2">类别 3</cx:pt>
          <cx:pt idx="3">类别 4</cx:pt>
          <cx:pt idx="4">类别 5</cx:pt>
        </cx:lvl>
      </cx:strDim>
      <cx:numDim type="val">
        <cx:f>Sheet1!$B$2:$B$6</cx:f>
        <cx:lvl ptCount="5" formatCode="G/通用格式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/>
    <cx:plotArea>
      <cx:plotAreaRegion>
        <cx:series layoutId="funnel" uniqueId="{2019EC7E-64EB-41F2-936E-3CC9AB286BB1}">
          <cx:tx>
            <cx:txData>
              <cx:f>Sheet1!$B$1</cx:f>
              <cx:v>系列 1</cx:v>
            </cx:txData>
          </cx:tx>
          <cx:dataLabels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3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6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7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8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8.xml"/><Relationship Id="rId3" Type="http://schemas.openxmlformats.org/officeDocument/2006/relationships/chart" Target="../charts/chart33.xml"/><Relationship Id="rId7" Type="http://schemas.openxmlformats.org/officeDocument/2006/relationships/chart" Target="../charts/chart37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6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14/relationships/chartEx" Target="../charts/chartEx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4/relationships/chartEx" Target="../charts/chartEx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8.xml"/><Relationship Id="rId4" Type="http://schemas.openxmlformats.org/officeDocument/2006/relationships/chart" Target="../charts/char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2DF59206-8470-9081-054D-2EEE7242C8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0898860"/>
              </p:ext>
            </p:extLst>
          </p:nvPr>
        </p:nvGraphicFramePr>
        <p:xfrm>
          <a:off x="985253" y="599350"/>
          <a:ext cx="4946316" cy="3028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FBFEF065-6DD0-D3DE-2537-1450C01801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8324399"/>
              </p:ext>
            </p:extLst>
          </p:nvPr>
        </p:nvGraphicFramePr>
        <p:xfrm>
          <a:off x="6355907" y="507016"/>
          <a:ext cx="5836093" cy="3455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0D3080D3-FB29-7810-1A0F-73D3EBF80E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6023920"/>
              </p:ext>
            </p:extLst>
          </p:nvPr>
        </p:nvGraphicFramePr>
        <p:xfrm>
          <a:off x="1093972" y="3829829"/>
          <a:ext cx="5261935" cy="3028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9232EB47-14A5-1FD9-C440-BE9EA9E7BE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5062245"/>
              </p:ext>
            </p:extLst>
          </p:nvPr>
        </p:nvGraphicFramePr>
        <p:xfrm>
          <a:off x="6504764" y="3912781"/>
          <a:ext cx="5020930" cy="3226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7923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2E8BE3A-5F8C-7E7D-02DA-2CF351263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973202"/>
              </p:ext>
            </p:extLst>
          </p:nvPr>
        </p:nvGraphicFramePr>
        <p:xfrm>
          <a:off x="465470" y="266011"/>
          <a:ext cx="5254847" cy="3427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5715B3B2-6CF7-3954-2F9A-150371A698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4117066"/>
              </p:ext>
            </p:extLst>
          </p:nvPr>
        </p:nvGraphicFramePr>
        <p:xfrm>
          <a:off x="6287386" y="474920"/>
          <a:ext cx="5439144" cy="35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A7B2AA92-DBE9-4DD7-38A4-B27315749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6296884"/>
              </p:ext>
            </p:extLst>
          </p:nvPr>
        </p:nvGraphicFramePr>
        <p:xfrm>
          <a:off x="965200" y="3693043"/>
          <a:ext cx="4255386" cy="2785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0081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B0245157-179C-2CD0-F1B9-F61411F47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914830"/>
              </p:ext>
            </p:extLst>
          </p:nvPr>
        </p:nvGraphicFramePr>
        <p:xfrm>
          <a:off x="469604" y="393774"/>
          <a:ext cx="5626396" cy="2604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57EDDABB-F879-8F00-D389-2C6247BC6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0712111"/>
              </p:ext>
            </p:extLst>
          </p:nvPr>
        </p:nvGraphicFramePr>
        <p:xfrm>
          <a:off x="6277935" y="280187"/>
          <a:ext cx="5219405" cy="3299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FCF0665E-B2D7-868D-4A31-FBA3973714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501489"/>
              </p:ext>
            </p:extLst>
          </p:nvPr>
        </p:nvGraphicFramePr>
        <p:xfrm>
          <a:off x="897860" y="3104707"/>
          <a:ext cx="4245935" cy="3040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FD619717-AA86-1414-204C-AC8AD3D8DF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288131"/>
              </p:ext>
            </p:extLst>
          </p:nvPr>
        </p:nvGraphicFramePr>
        <p:xfrm>
          <a:off x="6096000" y="3592033"/>
          <a:ext cx="5077637" cy="3139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6795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A25A3133-89F6-006E-F46A-FBED99F1B7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726087"/>
              </p:ext>
            </p:extLst>
          </p:nvPr>
        </p:nvGraphicFramePr>
        <p:xfrm>
          <a:off x="642679" y="166774"/>
          <a:ext cx="4737395" cy="2867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92D9CAC8-E18F-5B85-1972-4DE037735A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422818"/>
              </p:ext>
            </p:extLst>
          </p:nvPr>
        </p:nvGraphicFramePr>
        <p:xfrm>
          <a:off x="5937693" y="324489"/>
          <a:ext cx="4737395" cy="3104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B4B2A02A-427C-F02C-8B61-58179369AE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907420"/>
              </p:ext>
            </p:extLst>
          </p:nvPr>
        </p:nvGraphicFramePr>
        <p:xfrm>
          <a:off x="791535" y="3429000"/>
          <a:ext cx="5481674" cy="2969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9496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C256E014-E380-CBA1-0D5E-68EE4D7FAB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6343669"/>
              </p:ext>
            </p:extLst>
          </p:nvPr>
        </p:nvGraphicFramePr>
        <p:xfrm>
          <a:off x="316614" y="244746"/>
          <a:ext cx="4382977" cy="24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DC5233D6-9CB1-220E-0160-2950BF7BB4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8159251"/>
              </p:ext>
            </p:extLst>
          </p:nvPr>
        </p:nvGraphicFramePr>
        <p:xfrm>
          <a:off x="4699591" y="0"/>
          <a:ext cx="5743944" cy="367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B42BFA90-C58F-891B-17E0-9F02B877EA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3278909"/>
              </p:ext>
            </p:extLst>
          </p:nvPr>
        </p:nvGraphicFramePr>
        <p:xfrm>
          <a:off x="1287721" y="3239387"/>
          <a:ext cx="4191591" cy="3154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B866BD11-3BD1-17EE-30D9-7263443E66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7139966"/>
              </p:ext>
            </p:extLst>
          </p:nvPr>
        </p:nvGraphicFramePr>
        <p:xfrm>
          <a:off x="6096000" y="3356342"/>
          <a:ext cx="4382977" cy="367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图表 19">
            <a:extLst>
              <a:ext uri="{FF2B5EF4-FFF2-40B4-BE49-F238E27FC236}">
                <a16:creationId xmlns:a16="http://schemas.microsoft.com/office/drawing/2014/main" id="{31C7BA09-97E9-C03A-7691-4FF0286945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6899225"/>
              </p:ext>
            </p:extLst>
          </p:nvPr>
        </p:nvGraphicFramePr>
        <p:xfrm>
          <a:off x="8153992" y="1162493"/>
          <a:ext cx="5028019" cy="3274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3408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E214BAEA-1E51-DE0F-F269-0D7D1AFEA4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8596297"/>
              </p:ext>
            </p:extLst>
          </p:nvPr>
        </p:nvGraphicFramePr>
        <p:xfrm>
          <a:off x="467895" y="391026"/>
          <a:ext cx="3081421" cy="3130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E90B7FDF-88C1-C15B-D2EB-42DA49EF38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185876"/>
              </p:ext>
            </p:extLst>
          </p:nvPr>
        </p:nvGraphicFramePr>
        <p:xfrm>
          <a:off x="5400843" y="162426"/>
          <a:ext cx="5553911" cy="3707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863DDFE7-3D87-2829-3F2C-0D60F2EC87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5516478"/>
              </p:ext>
            </p:extLst>
          </p:nvPr>
        </p:nvGraphicFramePr>
        <p:xfrm>
          <a:off x="269373" y="3783930"/>
          <a:ext cx="4922253" cy="2815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4296EE1D-957E-9D55-525F-C64A4510E2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1764687"/>
              </p:ext>
            </p:extLst>
          </p:nvPr>
        </p:nvGraphicFramePr>
        <p:xfrm>
          <a:off x="5779837" y="3367726"/>
          <a:ext cx="5716337" cy="3647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8275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2F0F7BEB-E8E7-9A72-23DE-A350A3901F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0207718"/>
              </p:ext>
            </p:extLst>
          </p:nvPr>
        </p:nvGraphicFramePr>
        <p:xfrm>
          <a:off x="822826" y="745957"/>
          <a:ext cx="3881521" cy="3912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71CDCACA-EE02-2621-9831-B20AE0C91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053004"/>
              </p:ext>
            </p:extLst>
          </p:nvPr>
        </p:nvGraphicFramePr>
        <p:xfrm>
          <a:off x="5454985" y="571500"/>
          <a:ext cx="5198979" cy="3461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5406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019981F-A4D9-040C-0AAC-83A427F27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338740"/>
              </p:ext>
            </p:extLst>
          </p:nvPr>
        </p:nvGraphicFramePr>
        <p:xfrm>
          <a:off x="477253" y="559468"/>
          <a:ext cx="4509837" cy="3012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389DF84B-F9CE-5613-EF11-311729B3B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2885024"/>
              </p:ext>
            </p:extLst>
          </p:nvPr>
        </p:nvGraphicFramePr>
        <p:xfrm>
          <a:off x="6249068" y="-78206"/>
          <a:ext cx="4266532" cy="3320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ED2879E1-7CC1-259A-6834-91D4CEFA4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093358"/>
              </p:ext>
            </p:extLst>
          </p:nvPr>
        </p:nvGraphicFramePr>
        <p:xfrm>
          <a:off x="449179" y="3429000"/>
          <a:ext cx="4952332" cy="3677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BB0E0818-66F6-2647-29C2-3FD07DB37F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431853"/>
              </p:ext>
            </p:extLst>
          </p:nvPr>
        </p:nvGraphicFramePr>
        <p:xfrm>
          <a:off x="5725695" y="3074068"/>
          <a:ext cx="4910221" cy="3100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49450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9FF90C14-DF51-39B1-2B40-2E1C67C491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301107"/>
              </p:ext>
            </p:extLst>
          </p:nvPr>
        </p:nvGraphicFramePr>
        <p:xfrm>
          <a:off x="278731" y="589546"/>
          <a:ext cx="4582026" cy="3788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7E06BA58-D7A2-406F-E926-14B190D99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046851"/>
              </p:ext>
            </p:extLst>
          </p:nvPr>
        </p:nvGraphicFramePr>
        <p:xfrm>
          <a:off x="5888121" y="589546"/>
          <a:ext cx="3797300" cy="3497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0504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B1011A4-3E3B-AF22-265A-FCD91B7FE8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446150"/>
              </p:ext>
            </p:extLst>
          </p:nvPr>
        </p:nvGraphicFramePr>
        <p:xfrm>
          <a:off x="768684" y="625642"/>
          <a:ext cx="2413668" cy="301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2AAC58DF-820F-6A49-130A-7C79B49BE6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99336"/>
              </p:ext>
            </p:extLst>
          </p:nvPr>
        </p:nvGraphicFramePr>
        <p:xfrm>
          <a:off x="3868820" y="3841862"/>
          <a:ext cx="2413668" cy="301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7B5AA228-5D7B-0D0B-5199-0CF82BE8EB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817521"/>
              </p:ext>
            </p:extLst>
          </p:nvPr>
        </p:nvGraphicFramePr>
        <p:xfrm>
          <a:off x="618622" y="3745831"/>
          <a:ext cx="2413668" cy="301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B093448B-468B-E612-6410-251ED8D9C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3893696"/>
              </p:ext>
            </p:extLst>
          </p:nvPr>
        </p:nvGraphicFramePr>
        <p:xfrm>
          <a:off x="3307346" y="778042"/>
          <a:ext cx="2413668" cy="301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718F5240-CE27-F669-334A-6EF0D889C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071458"/>
              </p:ext>
            </p:extLst>
          </p:nvPr>
        </p:nvGraphicFramePr>
        <p:xfrm>
          <a:off x="6055894" y="778042"/>
          <a:ext cx="2413668" cy="301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0252A4C2-FD66-5445-2965-B7C52A345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5269309"/>
              </p:ext>
            </p:extLst>
          </p:nvPr>
        </p:nvGraphicFramePr>
        <p:xfrm>
          <a:off x="9019674" y="1002631"/>
          <a:ext cx="2413668" cy="301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080D38FB-0AE3-A7CD-0500-911B0D3DCD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369624"/>
              </p:ext>
            </p:extLst>
          </p:nvPr>
        </p:nvGraphicFramePr>
        <p:xfrm>
          <a:off x="7169484" y="4018769"/>
          <a:ext cx="4537242" cy="2448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11453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8BCF59BC-D041-DE5C-D216-7B4738590B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130128"/>
              </p:ext>
            </p:extLst>
          </p:nvPr>
        </p:nvGraphicFramePr>
        <p:xfrm>
          <a:off x="901032" y="643690"/>
          <a:ext cx="3803316" cy="424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82CF942C-9894-DDF0-3D93-C8C3B69C7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2197760"/>
              </p:ext>
            </p:extLst>
          </p:nvPr>
        </p:nvGraphicFramePr>
        <p:xfrm>
          <a:off x="5144169" y="507332"/>
          <a:ext cx="3803316" cy="424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图表 19">
            <a:extLst>
              <a:ext uri="{FF2B5EF4-FFF2-40B4-BE49-F238E27FC236}">
                <a16:creationId xmlns:a16="http://schemas.microsoft.com/office/drawing/2014/main" id="{6F2AF2C3-481B-1F59-0448-6703B0E15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017131"/>
              </p:ext>
            </p:extLst>
          </p:nvPr>
        </p:nvGraphicFramePr>
        <p:xfrm>
          <a:off x="8103937" y="1006643"/>
          <a:ext cx="3803316" cy="424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6283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内容占位符 5">
                <a:extLst>
                  <a:ext uri="{FF2B5EF4-FFF2-40B4-BE49-F238E27FC236}">
                    <a16:creationId xmlns:a16="http://schemas.microsoft.com/office/drawing/2014/main" id="{AD6E0C16-14F3-658D-BF86-28C6E37D0DD7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内容占位符 5">
                <a:extLst>
                  <a:ext uri="{FF2B5EF4-FFF2-40B4-BE49-F238E27FC236}">
                    <a16:creationId xmlns:a16="http://schemas.microsoft.com/office/drawing/2014/main" id="{AD6E0C16-14F3-658D-BF86-28C6E37D0D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312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4A1FD-2343-18CF-EB8C-ECF8620A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内容占位符 5">
                <a:extLst>
                  <a:ext uri="{FF2B5EF4-FFF2-40B4-BE49-F238E27FC236}">
                    <a16:creationId xmlns:a16="http://schemas.microsoft.com/office/drawing/2014/main" id="{D5069076-51E0-5315-C08E-E6611A0D349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内容占位符 5">
                <a:extLst>
                  <a:ext uri="{FF2B5EF4-FFF2-40B4-BE49-F238E27FC236}">
                    <a16:creationId xmlns:a16="http://schemas.microsoft.com/office/drawing/2014/main" id="{D5069076-51E0-5315-C08E-E6611A0D34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723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内容占位符 5">
                <a:extLst>
                  <a:ext uri="{FF2B5EF4-FFF2-40B4-BE49-F238E27FC236}">
                    <a16:creationId xmlns:a16="http://schemas.microsoft.com/office/drawing/2014/main" id="{AF076E3B-B33B-B29C-94F9-C105F6F3500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50211056"/>
                  </p:ext>
                </p:extLst>
              </p:nvPr>
            </p:nvGraphicFramePr>
            <p:xfrm>
              <a:off x="4447674" y="578769"/>
              <a:ext cx="7403432" cy="285023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内容占位符 5">
                <a:extLst>
                  <a:ext uri="{FF2B5EF4-FFF2-40B4-BE49-F238E27FC236}">
                    <a16:creationId xmlns:a16="http://schemas.microsoft.com/office/drawing/2014/main" id="{AF076E3B-B33B-B29C-94F9-C105F6F350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7674" y="578769"/>
                <a:ext cx="7403432" cy="2850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图表 8">
                <a:extLst>
                  <a:ext uri="{FF2B5EF4-FFF2-40B4-BE49-F238E27FC236}">
                    <a16:creationId xmlns:a16="http://schemas.microsoft.com/office/drawing/2014/main" id="{2B5D19AA-B111-BEFD-B30F-0AF886A597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53431720"/>
                  </p:ext>
                </p:extLst>
              </p:nvPr>
            </p:nvGraphicFramePr>
            <p:xfrm>
              <a:off x="648368" y="2965785"/>
              <a:ext cx="4064000" cy="344325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9" name="图表 8">
                <a:extLst>
                  <a:ext uri="{FF2B5EF4-FFF2-40B4-BE49-F238E27FC236}">
                    <a16:creationId xmlns:a16="http://schemas.microsoft.com/office/drawing/2014/main" id="{2B5D19AA-B111-BEFD-B30F-0AF886A597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8368" y="2965785"/>
                <a:ext cx="4064000" cy="34432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635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ADB6-BCD3-76F9-B2DC-BCDE674E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内容占位符 5">
                <a:extLst>
                  <a:ext uri="{FF2B5EF4-FFF2-40B4-BE49-F238E27FC236}">
                    <a16:creationId xmlns:a16="http://schemas.microsoft.com/office/drawing/2014/main" id="{D2E93F1C-966D-81D5-8729-FCC8C42C8BB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内容占位符 5">
                <a:extLst>
                  <a:ext uri="{FF2B5EF4-FFF2-40B4-BE49-F238E27FC236}">
                    <a16:creationId xmlns:a16="http://schemas.microsoft.com/office/drawing/2014/main" id="{D2E93F1C-966D-81D5-8729-FCC8C42C8B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368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图表 5">
                <a:extLst>
                  <a:ext uri="{FF2B5EF4-FFF2-40B4-BE49-F238E27FC236}">
                    <a16:creationId xmlns:a16="http://schemas.microsoft.com/office/drawing/2014/main" id="{EDA2DEDC-EF56-3373-83CF-21E3EC9AF66B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图表 5">
                <a:extLst>
                  <a:ext uri="{FF2B5EF4-FFF2-40B4-BE49-F238E27FC236}">
                    <a16:creationId xmlns:a16="http://schemas.microsoft.com/office/drawing/2014/main" id="{EDA2DEDC-EF56-3373-83CF-21E3EC9AF6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3375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6" name="图表 5">
                <a:extLst>
                  <a:ext uri="{FF2B5EF4-FFF2-40B4-BE49-F238E27FC236}">
                    <a16:creationId xmlns:a16="http://schemas.microsoft.com/office/drawing/2014/main" id="{590C3B13-8A2B-EEAC-D7BC-23E9AE0ACD0C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图表 5">
                <a:extLst>
                  <a:ext uri="{FF2B5EF4-FFF2-40B4-BE49-F238E27FC236}">
                    <a16:creationId xmlns:a16="http://schemas.microsoft.com/office/drawing/2014/main" id="{590C3B13-8A2B-EEAC-D7BC-23E9AE0ACD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716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8C5AB0F9-C2A0-A213-AD0B-51384D54FA63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0447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BD6C3F35-548D-808F-052D-195CA5BE9969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7326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D4F70AC0-DCC6-BD00-3D02-2A3FA75A12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361548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1836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90B7BE4-E268-0E4F-BE56-FEFC3E1AC5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526849"/>
              </p:ext>
            </p:extLst>
          </p:nvPr>
        </p:nvGraphicFramePr>
        <p:xfrm>
          <a:off x="522036" y="551225"/>
          <a:ext cx="4049963" cy="2961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8DD30C55-A64D-9BB4-44EC-C1A2339AD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877686"/>
              </p:ext>
            </p:extLst>
          </p:nvPr>
        </p:nvGraphicFramePr>
        <p:xfrm>
          <a:off x="5461000" y="551225"/>
          <a:ext cx="4844047" cy="3178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3A58A0A1-0CFE-F1F2-B0DE-A6D7E9263B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907547"/>
              </p:ext>
            </p:extLst>
          </p:nvPr>
        </p:nvGraphicFramePr>
        <p:xfrm>
          <a:off x="726574" y="3699714"/>
          <a:ext cx="3983789" cy="2709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7BE55FD7-D627-5411-63A1-22ECF3343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538960"/>
              </p:ext>
            </p:extLst>
          </p:nvPr>
        </p:nvGraphicFramePr>
        <p:xfrm>
          <a:off x="5172242" y="3898232"/>
          <a:ext cx="4988426" cy="2901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7559091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192</Words>
  <Application>Microsoft Office PowerPoint</Application>
  <PresentationFormat>宽屏</PresentationFormat>
  <Paragraphs>48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黎胜华</dc:creator>
  <cp:lastModifiedBy>胜华 黎</cp:lastModifiedBy>
  <cp:revision>6</cp:revision>
  <dcterms:created xsi:type="dcterms:W3CDTF">2023-08-09T12:44:00Z</dcterms:created>
  <dcterms:modified xsi:type="dcterms:W3CDTF">2026-08-10T08:05:54Z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