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6" d="100"/>
          <a:sy n="106" d="100"/>
        </p:scale>
        <p:origin x="188" y="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DCF7152-2B6B-61D1-FC3F-6E79CA1694A9}"/>
              </a:ext>
            </a:extLst>
          </p:cNvPr>
          <p:cNvCxnSpPr/>
          <p:nvPr/>
        </p:nvCxnSpPr>
        <p:spPr>
          <a:xfrm>
            <a:off x="944479" y="715879"/>
            <a:ext cx="23882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1C1029EE-7FB9-A5ED-BDBE-9FD97A76206D}"/>
              </a:ext>
            </a:extLst>
          </p:cNvPr>
          <p:cNvCxnSpPr/>
          <p:nvPr/>
        </p:nvCxnSpPr>
        <p:spPr>
          <a:xfrm>
            <a:off x="3681663" y="715879"/>
            <a:ext cx="28695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F77E3E88-0980-F2D6-DD6B-54DE572BF2CC}"/>
              </a:ext>
            </a:extLst>
          </p:cNvPr>
          <p:cNvSpPr/>
          <p:nvPr/>
        </p:nvSpPr>
        <p:spPr>
          <a:xfrm>
            <a:off x="6876047" y="439153"/>
            <a:ext cx="2797342" cy="8963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01AC769B-A132-2B82-F0A1-4A5CB2A112B2}"/>
              </a:ext>
            </a:extLst>
          </p:cNvPr>
          <p:cNvSpPr/>
          <p:nvPr/>
        </p:nvSpPr>
        <p:spPr>
          <a:xfrm>
            <a:off x="944479" y="1401679"/>
            <a:ext cx="1720516" cy="9444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AF042F8-7AAC-F0F6-E078-F6EC296F5103}"/>
              </a:ext>
            </a:extLst>
          </p:cNvPr>
          <p:cNvSpPr/>
          <p:nvPr/>
        </p:nvSpPr>
        <p:spPr>
          <a:xfrm>
            <a:off x="3422984" y="1335505"/>
            <a:ext cx="2953753" cy="12813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>
            <a:extLst>
              <a:ext uri="{FF2B5EF4-FFF2-40B4-BE49-F238E27FC236}">
                <a16:creationId xmlns:a16="http://schemas.microsoft.com/office/drawing/2014/main" id="{D04C457B-6156-A036-89B6-A8A3866F382D}"/>
              </a:ext>
            </a:extLst>
          </p:cNvPr>
          <p:cNvSpPr/>
          <p:nvPr/>
        </p:nvSpPr>
        <p:spPr>
          <a:xfrm>
            <a:off x="7615989" y="1864895"/>
            <a:ext cx="1834816" cy="1088858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3C01A280-2A44-BD4F-265E-CF0D613E5A43}"/>
              </a:ext>
            </a:extLst>
          </p:cNvPr>
          <p:cNvCxnSpPr/>
          <p:nvPr/>
        </p:nvCxnSpPr>
        <p:spPr>
          <a:xfrm>
            <a:off x="10575758" y="625642"/>
            <a:ext cx="1191126" cy="110089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连接符: 肘形 14">
            <a:extLst>
              <a:ext uri="{FF2B5EF4-FFF2-40B4-BE49-F238E27FC236}">
                <a16:creationId xmlns:a16="http://schemas.microsoft.com/office/drawing/2014/main" id="{EBFFE399-F24E-F739-A175-F1DC4A903580}"/>
              </a:ext>
            </a:extLst>
          </p:cNvPr>
          <p:cNvCxnSpPr/>
          <p:nvPr/>
        </p:nvCxnSpPr>
        <p:spPr>
          <a:xfrm>
            <a:off x="794084" y="3176337"/>
            <a:ext cx="2207795" cy="106479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箭头: 右 15">
            <a:extLst>
              <a:ext uri="{FF2B5EF4-FFF2-40B4-BE49-F238E27FC236}">
                <a16:creationId xmlns:a16="http://schemas.microsoft.com/office/drawing/2014/main" id="{2C7035D6-223E-DBB0-C31C-AB683D43293C}"/>
              </a:ext>
            </a:extLst>
          </p:cNvPr>
          <p:cNvSpPr/>
          <p:nvPr/>
        </p:nvSpPr>
        <p:spPr>
          <a:xfrm>
            <a:off x="3964405" y="3549316"/>
            <a:ext cx="1955132" cy="3128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下 16">
            <a:extLst>
              <a:ext uri="{FF2B5EF4-FFF2-40B4-BE49-F238E27FC236}">
                <a16:creationId xmlns:a16="http://schemas.microsoft.com/office/drawing/2014/main" id="{8DD8FF4B-D07C-F6A6-498B-5291CF01020B}"/>
              </a:ext>
            </a:extLst>
          </p:cNvPr>
          <p:cNvSpPr/>
          <p:nvPr/>
        </p:nvSpPr>
        <p:spPr>
          <a:xfrm>
            <a:off x="6924174" y="3429000"/>
            <a:ext cx="824163" cy="114901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弧形 19">
            <a:extLst>
              <a:ext uri="{FF2B5EF4-FFF2-40B4-BE49-F238E27FC236}">
                <a16:creationId xmlns:a16="http://schemas.microsoft.com/office/drawing/2014/main" id="{6FEEE865-BE91-7DB1-56C6-7575AC61D94F}"/>
              </a:ext>
            </a:extLst>
          </p:cNvPr>
          <p:cNvSpPr/>
          <p:nvPr/>
        </p:nvSpPr>
        <p:spPr>
          <a:xfrm>
            <a:off x="1124953" y="4812632"/>
            <a:ext cx="1082842" cy="1275347"/>
          </a:xfrm>
          <a:prstGeom prst="arc">
            <a:avLst>
              <a:gd name="adj1" fmla="val 13119595"/>
              <a:gd name="adj2" fmla="val 393260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9E9100EC-0606-B6AC-5E8A-71B96A9AB1A3}"/>
              </a:ext>
            </a:extLst>
          </p:cNvPr>
          <p:cNvSpPr/>
          <p:nvPr/>
        </p:nvSpPr>
        <p:spPr>
          <a:xfrm>
            <a:off x="4180974" y="5269832"/>
            <a:ext cx="2231858" cy="992766"/>
          </a:xfrm>
          <a:custGeom>
            <a:avLst/>
            <a:gdLst>
              <a:gd name="csX0" fmla="*/ 0 w 2231858"/>
              <a:gd name="csY0" fmla="*/ 0 h 992766"/>
              <a:gd name="csX1" fmla="*/ 703847 w 2231858"/>
              <a:gd name="csY1" fmla="*/ 992605 h 992766"/>
              <a:gd name="csX2" fmla="*/ 1371600 w 2231858"/>
              <a:gd name="csY2" fmla="*/ 84221 h 992766"/>
              <a:gd name="csX3" fmla="*/ 2231858 w 2231858"/>
              <a:gd name="csY3" fmla="*/ 902368 h 9927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231858" h="992766">
                <a:moveTo>
                  <a:pt x="0" y="0"/>
                </a:moveTo>
                <a:cubicBezTo>
                  <a:pt x="237623" y="489284"/>
                  <a:pt x="475247" y="978568"/>
                  <a:pt x="703847" y="992605"/>
                </a:cubicBezTo>
                <a:cubicBezTo>
                  <a:pt x="932447" y="1006642"/>
                  <a:pt x="1116931" y="99261"/>
                  <a:pt x="1371600" y="84221"/>
                </a:cubicBezTo>
                <a:cubicBezTo>
                  <a:pt x="1626269" y="69181"/>
                  <a:pt x="2026319" y="832184"/>
                  <a:pt x="2231858" y="902368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左大括号 21">
            <a:extLst>
              <a:ext uri="{FF2B5EF4-FFF2-40B4-BE49-F238E27FC236}">
                <a16:creationId xmlns:a16="http://schemas.microsoft.com/office/drawing/2014/main" id="{16EDA400-84BF-FFA4-1AA3-44F53513EC78}"/>
              </a:ext>
            </a:extLst>
          </p:cNvPr>
          <p:cNvSpPr/>
          <p:nvPr/>
        </p:nvSpPr>
        <p:spPr>
          <a:xfrm>
            <a:off x="8386011" y="3820026"/>
            <a:ext cx="782052" cy="173856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右大括号 22">
            <a:extLst>
              <a:ext uri="{FF2B5EF4-FFF2-40B4-BE49-F238E27FC236}">
                <a16:creationId xmlns:a16="http://schemas.microsoft.com/office/drawing/2014/main" id="{7F8B177B-4605-8DC4-ED59-A6EA8354DCE8}"/>
              </a:ext>
            </a:extLst>
          </p:cNvPr>
          <p:cNvSpPr/>
          <p:nvPr/>
        </p:nvSpPr>
        <p:spPr>
          <a:xfrm>
            <a:off x="9889958" y="4060658"/>
            <a:ext cx="866274" cy="169043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连接符: 曲线 24">
            <a:extLst>
              <a:ext uri="{FF2B5EF4-FFF2-40B4-BE49-F238E27FC236}">
                <a16:creationId xmlns:a16="http://schemas.microsoft.com/office/drawing/2014/main" id="{35A79EC0-CE55-1357-340E-4033E3812E7A}"/>
              </a:ext>
            </a:extLst>
          </p:cNvPr>
          <p:cNvCxnSpPr>
            <a:cxnSpLocks/>
          </p:cNvCxnSpPr>
          <p:nvPr/>
        </p:nvCxnSpPr>
        <p:spPr>
          <a:xfrm rot="16200000" flipV="1">
            <a:off x="10987839" y="4027572"/>
            <a:ext cx="836197" cy="63767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箭头: 左右 28">
            <a:extLst>
              <a:ext uri="{FF2B5EF4-FFF2-40B4-BE49-F238E27FC236}">
                <a16:creationId xmlns:a16="http://schemas.microsoft.com/office/drawing/2014/main" id="{2EFB66BF-2691-3237-5E55-30A1C2D7EA96}"/>
              </a:ext>
            </a:extLst>
          </p:cNvPr>
          <p:cNvSpPr/>
          <p:nvPr/>
        </p:nvSpPr>
        <p:spPr>
          <a:xfrm>
            <a:off x="9889958" y="2249905"/>
            <a:ext cx="1876926" cy="836198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箭头: 圆角右 29">
            <a:extLst>
              <a:ext uri="{FF2B5EF4-FFF2-40B4-BE49-F238E27FC236}">
                <a16:creationId xmlns:a16="http://schemas.microsoft.com/office/drawing/2014/main" id="{22215E12-3222-4C2B-2535-C4AE894BBE09}"/>
              </a:ext>
            </a:extLst>
          </p:cNvPr>
          <p:cNvSpPr/>
          <p:nvPr/>
        </p:nvSpPr>
        <p:spPr>
          <a:xfrm>
            <a:off x="3422984" y="4650205"/>
            <a:ext cx="1299411" cy="1528011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1" name="乘号 30">
            <a:extLst>
              <a:ext uri="{FF2B5EF4-FFF2-40B4-BE49-F238E27FC236}">
                <a16:creationId xmlns:a16="http://schemas.microsoft.com/office/drawing/2014/main" id="{8536E6EF-9B5A-2D34-6FAD-A8E53F26F945}"/>
              </a:ext>
            </a:extLst>
          </p:cNvPr>
          <p:cNvSpPr/>
          <p:nvPr/>
        </p:nvSpPr>
        <p:spPr>
          <a:xfrm>
            <a:off x="6876047" y="4872789"/>
            <a:ext cx="1179097" cy="992766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流程图: 多文档 31">
            <a:extLst>
              <a:ext uri="{FF2B5EF4-FFF2-40B4-BE49-F238E27FC236}">
                <a16:creationId xmlns:a16="http://schemas.microsoft.com/office/drawing/2014/main" id="{FD30D6F1-A533-D718-DD35-90D96B2CAE72}"/>
              </a:ext>
            </a:extLst>
          </p:cNvPr>
          <p:cNvSpPr/>
          <p:nvPr/>
        </p:nvSpPr>
        <p:spPr>
          <a:xfrm>
            <a:off x="8957511" y="6003758"/>
            <a:ext cx="1618247" cy="896352"/>
          </a:xfrm>
          <a:prstGeom prst="flowChartMulti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标注: 右箭头 32">
            <a:extLst>
              <a:ext uri="{FF2B5EF4-FFF2-40B4-BE49-F238E27FC236}">
                <a16:creationId xmlns:a16="http://schemas.microsoft.com/office/drawing/2014/main" id="{6C66649A-929E-6AF7-65B2-7E482B7BC193}"/>
              </a:ext>
            </a:extLst>
          </p:cNvPr>
          <p:cNvSpPr/>
          <p:nvPr/>
        </p:nvSpPr>
        <p:spPr>
          <a:xfrm>
            <a:off x="2267953" y="2821405"/>
            <a:ext cx="1257300" cy="625641"/>
          </a:xfrm>
          <a:prstGeom prst="righ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2985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爆炸形: 8 pt  3">
            <a:extLst>
              <a:ext uri="{FF2B5EF4-FFF2-40B4-BE49-F238E27FC236}">
                <a16:creationId xmlns:a16="http://schemas.microsoft.com/office/drawing/2014/main" id="{A5B850C9-1B97-B36D-7DDA-8795D2769957}"/>
              </a:ext>
            </a:extLst>
          </p:cNvPr>
          <p:cNvSpPr/>
          <p:nvPr/>
        </p:nvSpPr>
        <p:spPr>
          <a:xfrm>
            <a:off x="1744579" y="1293395"/>
            <a:ext cx="2412332" cy="1491916"/>
          </a:xfrm>
          <a:prstGeom prst="irregularSeal1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星形: 五角 4">
            <a:extLst>
              <a:ext uri="{FF2B5EF4-FFF2-40B4-BE49-F238E27FC236}">
                <a16:creationId xmlns:a16="http://schemas.microsoft.com/office/drawing/2014/main" id="{CD4075D3-B873-324B-930E-D07FD3F29ADF}"/>
              </a:ext>
            </a:extLst>
          </p:cNvPr>
          <p:cNvSpPr/>
          <p:nvPr/>
        </p:nvSpPr>
        <p:spPr>
          <a:xfrm>
            <a:off x="6659479" y="1756611"/>
            <a:ext cx="2622884" cy="1672389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卷形: 垂直 5">
            <a:extLst>
              <a:ext uri="{FF2B5EF4-FFF2-40B4-BE49-F238E27FC236}">
                <a16:creationId xmlns:a16="http://schemas.microsoft.com/office/drawing/2014/main" id="{B0797523-832A-084D-60B0-9F72FDBF8455}"/>
              </a:ext>
            </a:extLst>
          </p:cNvPr>
          <p:cNvSpPr/>
          <p:nvPr/>
        </p:nvSpPr>
        <p:spPr>
          <a:xfrm>
            <a:off x="2388268" y="3777916"/>
            <a:ext cx="2598821" cy="1491916"/>
          </a:xfrm>
          <a:prstGeom prst="vertic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注: 弯曲线形 6">
            <a:extLst>
              <a:ext uri="{FF2B5EF4-FFF2-40B4-BE49-F238E27FC236}">
                <a16:creationId xmlns:a16="http://schemas.microsoft.com/office/drawing/2014/main" id="{395F6744-EC7D-4D0A-5149-B24D7244FEF6}"/>
              </a:ext>
            </a:extLst>
          </p:cNvPr>
          <p:cNvSpPr/>
          <p:nvPr/>
        </p:nvSpPr>
        <p:spPr>
          <a:xfrm>
            <a:off x="7261058" y="4614111"/>
            <a:ext cx="1714500" cy="932447"/>
          </a:xfrm>
          <a:prstGeom prst="borderCallout2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注: 双弯曲线形(带强调线) 7">
            <a:extLst>
              <a:ext uri="{FF2B5EF4-FFF2-40B4-BE49-F238E27FC236}">
                <a16:creationId xmlns:a16="http://schemas.microsoft.com/office/drawing/2014/main" id="{44E3E6FD-455D-D8C3-1463-2A7437B201DF}"/>
              </a:ext>
            </a:extLst>
          </p:cNvPr>
          <p:cNvSpPr/>
          <p:nvPr/>
        </p:nvSpPr>
        <p:spPr>
          <a:xfrm>
            <a:off x="10046368" y="2785311"/>
            <a:ext cx="1738563" cy="1347536"/>
          </a:xfrm>
          <a:prstGeom prst="accentCallout3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流程图: 决策 8">
            <a:extLst>
              <a:ext uri="{FF2B5EF4-FFF2-40B4-BE49-F238E27FC236}">
                <a16:creationId xmlns:a16="http://schemas.microsoft.com/office/drawing/2014/main" id="{A876F780-181F-98CF-D185-0685B42F962A}"/>
              </a:ext>
            </a:extLst>
          </p:cNvPr>
          <p:cNvSpPr/>
          <p:nvPr/>
        </p:nvSpPr>
        <p:spPr>
          <a:xfrm>
            <a:off x="511342" y="3429000"/>
            <a:ext cx="1161047" cy="788068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流程图: 预定义过程 9">
            <a:extLst>
              <a:ext uri="{FF2B5EF4-FFF2-40B4-BE49-F238E27FC236}">
                <a16:creationId xmlns:a16="http://schemas.microsoft.com/office/drawing/2014/main" id="{10DD4DD2-3A15-E746-85A2-A3A3948C9807}"/>
              </a:ext>
            </a:extLst>
          </p:cNvPr>
          <p:cNvSpPr/>
          <p:nvPr/>
        </p:nvSpPr>
        <p:spPr>
          <a:xfrm>
            <a:off x="6196263" y="565484"/>
            <a:ext cx="1552074" cy="1136984"/>
          </a:xfrm>
          <a:prstGeom prst="flowChartPredefined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手杖形 10">
            <a:extLst>
              <a:ext uri="{FF2B5EF4-FFF2-40B4-BE49-F238E27FC236}">
                <a16:creationId xmlns:a16="http://schemas.microsoft.com/office/drawing/2014/main" id="{C85AE068-3DB1-BD18-ADFF-C2663824A806}"/>
              </a:ext>
            </a:extLst>
          </p:cNvPr>
          <p:cNvSpPr/>
          <p:nvPr/>
        </p:nvSpPr>
        <p:spPr>
          <a:xfrm>
            <a:off x="9360568" y="673768"/>
            <a:ext cx="1852864" cy="1491916"/>
          </a:xfrm>
          <a:prstGeom prst="utur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立方体 11">
            <a:extLst>
              <a:ext uri="{FF2B5EF4-FFF2-40B4-BE49-F238E27FC236}">
                <a16:creationId xmlns:a16="http://schemas.microsoft.com/office/drawing/2014/main" id="{F2C7B2FD-C82C-517F-0731-A84732523595}"/>
              </a:ext>
            </a:extLst>
          </p:cNvPr>
          <p:cNvSpPr/>
          <p:nvPr/>
        </p:nvSpPr>
        <p:spPr>
          <a:xfrm>
            <a:off x="3892216" y="565484"/>
            <a:ext cx="1690437" cy="1491916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泪滴形 12">
            <a:extLst>
              <a:ext uri="{FF2B5EF4-FFF2-40B4-BE49-F238E27FC236}">
                <a16:creationId xmlns:a16="http://schemas.microsoft.com/office/drawing/2014/main" id="{1109606A-B907-A708-DC06-AC3E15302BB0}"/>
              </a:ext>
            </a:extLst>
          </p:cNvPr>
          <p:cNvSpPr/>
          <p:nvPr/>
        </p:nvSpPr>
        <p:spPr>
          <a:xfrm>
            <a:off x="5342021" y="2929689"/>
            <a:ext cx="1461837" cy="1491916"/>
          </a:xfrm>
          <a:prstGeom prst="teardrop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5355925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5" baseType="lpstr">
      <vt:lpstr>Arial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黎胜华</dc:creator>
  <cp:lastModifiedBy>胜华 黎</cp:lastModifiedBy>
  <cp:revision>5</cp:revision>
  <dcterms:created xsi:type="dcterms:W3CDTF">2023-08-09T12:44:00Z</dcterms:created>
  <dcterms:modified xsi:type="dcterms:W3CDTF">2026-08-10T05:53:39Z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