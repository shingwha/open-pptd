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1"/>
          <p:cNvSpPr/>
          <p:nvPr/>
        </p:nvSpPr>
        <p:spPr>
          <a:xfrm>
            <a:off x="508000" y="939800"/>
            <a:ext cx="2032000" cy="1168400"/>
          </a:xfrm>
          <a:prstGeom prst="accentBorderCallout1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2"/>
          <p:cNvSpPr/>
          <p:nvPr/>
        </p:nvSpPr>
        <p:spPr>
          <a:xfrm>
            <a:off x="2794000" y="939800"/>
            <a:ext cx="2032000" cy="1168400"/>
          </a:xfrm>
          <a:prstGeom prst="accentBorderCallout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3"/>
          <p:cNvSpPr/>
          <p:nvPr/>
        </p:nvSpPr>
        <p:spPr>
          <a:xfrm>
            <a:off x="5080000" y="939800"/>
            <a:ext cx="2032000" cy="1168400"/>
          </a:xfrm>
          <a:prstGeom prst="accentBorderCallout3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4"/>
          <p:cNvSpPr/>
          <p:nvPr/>
        </p:nvSpPr>
        <p:spPr>
          <a:xfrm>
            <a:off x="7366000" y="939800"/>
            <a:ext cx="2032000" cy="1168400"/>
          </a:xfrm>
          <a:prstGeom prst="accentCallout1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5"/>
          <p:cNvSpPr/>
          <p:nvPr/>
        </p:nvSpPr>
        <p:spPr>
          <a:xfrm>
            <a:off x="9652000" y="939800"/>
            <a:ext cx="2032000" cy="1168400"/>
          </a:xfrm>
          <a:prstGeom prst="accentCallout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6"/>
          <p:cNvSpPr/>
          <p:nvPr/>
        </p:nvSpPr>
        <p:spPr>
          <a:xfrm>
            <a:off x="508000" y="2362200"/>
            <a:ext cx="2032000" cy="1168400"/>
          </a:xfrm>
          <a:prstGeom prst="accentCallout3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7"/>
          <p:cNvSpPr/>
          <p:nvPr/>
        </p:nvSpPr>
        <p:spPr>
          <a:xfrm>
            <a:off x="2794000" y="2362200"/>
            <a:ext cx="2032000" cy="1168400"/>
          </a:xfrm>
          <a:prstGeom prst="actionButtonBackPreviou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8"/>
          <p:cNvSpPr/>
          <p:nvPr/>
        </p:nvSpPr>
        <p:spPr>
          <a:xfrm>
            <a:off x="5080000" y="2362200"/>
            <a:ext cx="2032000" cy="1168400"/>
          </a:xfrm>
          <a:prstGeom prst="actionButtonBeginning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9"/>
          <p:cNvSpPr/>
          <p:nvPr/>
        </p:nvSpPr>
        <p:spPr>
          <a:xfrm>
            <a:off x="7366000" y="2362200"/>
            <a:ext cx="2032000" cy="1168400"/>
          </a:xfrm>
          <a:prstGeom prst="actionButtonBlank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10"/>
          <p:cNvSpPr/>
          <p:nvPr/>
        </p:nvSpPr>
        <p:spPr>
          <a:xfrm>
            <a:off x="9652000" y="2362200"/>
            <a:ext cx="2032000" cy="1168400"/>
          </a:xfrm>
          <a:prstGeom prst="actionButtonDocumen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1"/>
          <p:cNvSpPr/>
          <p:nvPr/>
        </p:nvSpPr>
        <p:spPr>
          <a:xfrm>
            <a:off x="508000" y="3784600"/>
            <a:ext cx="2032000" cy="1168400"/>
          </a:xfrm>
          <a:prstGeom prst="actionButtonEn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12"/>
          <p:cNvSpPr/>
          <p:nvPr/>
        </p:nvSpPr>
        <p:spPr>
          <a:xfrm>
            <a:off x="2794000" y="3784600"/>
            <a:ext cx="2032000" cy="1168400"/>
          </a:xfrm>
          <a:prstGeom prst="actionButtonForwardNex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3"/>
          <p:cNvSpPr/>
          <p:nvPr/>
        </p:nvSpPr>
        <p:spPr>
          <a:xfrm>
            <a:off x="5080000" y="3784600"/>
            <a:ext cx="2032000" cy="1168400"/>
          </a:xfrm>
          <a:prstGeom prst="actionButtonHelp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14"/>
          <p:cNvSpPr/>
          <p:nvPr/>
        </p:nvSpPr>
        <p:spPr>
          <a:xfrm>
            <a:off x="7366000" y="3784600"/>
            <a:ext cx="2032000" cy="1168400"/>
          </a:xfrm>
          <a:prstGeom prst="actionButtonHom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5"/>
          <p:cNvSpPr/>
          <p:nvPr/>
        </p:nvSpPr>
        <p:spPr>
          <a:xfrm>
            <a:off x="9652000" y="3784600"/>
            <a:ext cx="2032000" cy="1168400"/>
          </a:xfrm>
          <a:prstGeom prst="actionButtonInformati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6"/>
          <p:cNvSpPr/>
          <p:nvPr/>
        </p:nvSpPr>
        <p:spPr>
          <a:xfrm>
            <a:off x="508000" y="5207000"/>
            <a:ext cx="2032000" cy="1168400"/>
          </a:xfrm>
          <a:prstGeom prst="actionButtonMovi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7"/>
          <p:cNvSpPr/>
          <p:nvPr/>
        </p:nvSpPr>
        <p:spPr>
          <a:xfrm>
            <a:off x="2794000" y="5207000"/>
            <a:ext cx="2032000" cy="1168400"/>
          </a:xfrm>
          <a:prstGeom prst="actionButtonRetur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18"/>
          <p:cNvSpPr/>
          <p:nvPr/>
        </p:nvSpPr>
        <p:spPr>
          <a:xfrm>
            <a:off x="5080000" y="5207000"/>
            <a:ext cx="2032000" cy="1168400"/>
          </a:xfrm>
          <a:prstGeom prst="actionButtonSoun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19"/>
          <p:cNvSpPr/>
          <p:nvPr/>
        </p:nvSpPr>
        <p:spPr>
          <a:xfrm>
            <a:off x="7366000" y="5207000"/>
            <a:ext cx="2032000" cy="1168400"/>
          </a:xfrm>
          <a:prstGeom prst="arc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20"/>
          <p:cNvSpPr/>
          <p:nvPr/>
        </p:nvSpPr>
        <p:spPr>
          <a:xfrm>
            <a:off x="9652000" y="5207000"/>
            <a:ext cx="2032000" cy="1168400"/>
          </a:xfrm>
          <a:prstGeom prst="ben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21"/>
          <p:cNvSpPr/>
          <p:nvPr/>
        </p:nvSpPr>
        <p:spPr>
          <a:xfrm>
            <a:off x="508000" y="6629400"/>
            <a:ext cx="2032000" cy="1168400"/>
          </a:xfrm>
          <a:prstGeom prst="bentConnector2">
            <a:avLst/>
          </a:prstGeom>
          <a:solidFill>
            <a:srgbClr val="4472C4"/>
          </a:solidFill>
        </p:spPr>
      </p:sp>
      <p:sp>
        <p:nvSpPr>
          <p:cNvPr id="22" name="s22"/>
          <p:cNvSpPr/>
          <p:nvPr/>
        </p:nvSpPr>
        <p:spPr>
          <a:xfrm>
            <a:off x="2794000" y="6629400"/>
            <a:ext cx="2032000" cy="1168400"/>
          </a:xfrm>
          <a:prstGeom prst="bentConnector3">
            <a:avLst/>
          </a:prstGeom>
          <a:solidFill>
            <a:srgbClr val="4472C4"/>
          </a:solidFill>
        </p:spPr>
      </p:sp>
      <p:sp>
        <p:nvSpPr>
          <p:cNvPr id="23" name="s23"/>
          <p:cNvSpPr/>
          <p:nvPr/>
        </p:nvSpPr>
        <p:spPr>
          <a:xfrm>
            <a:off x="5080000" y="6629400"/>
            <a:ext cx="2032000" cy="1168400"/>
          </a:xfrm>
          <a:prstGeom prst="bentConnector4">
            <a:avLst/>
          </a:prstGeom>
          <a:solidFill>
            <a:srgbClr val="4472C4"/>
          </a:solidFill>
        </p:spPr>
      </p:sp>
      <p:sp>
        <p:nvSpPr>
          <p:cNvPr id="24" name="s24"/>
          <p:cNvSpPr/>
          <p:nvPr/>
        </p:nvSpPr>
        <p:spPr>
          <a:xfrm>
            <a:off x="7366000" y="6629400"/>
            <a:ext cx="2032000" cy="1168400"/>
          </a:xfrm>
          <a:prstGeom prst="bentConnector5">
            <a:avLst/>
          </a:prstGeom>
          <a:solidFill>
            <a:srgbClr val="4472C4"/>
          </a:solidFill>
        </p:spPr>
      </p:sp>
      <p:sp>
        <p:nvSpPr>
          <p:cNvPr id="25" name="s25"/>
          <p:cNvSpPr/>
          <p:nvPr/>
        </p:nvSpPr>
        <p:spPr>
          <a:xfrm>
            <a:off x="9652000" y="6629400"/>
            <a:ext cx="2032000" cy="1168400"/>
          </a:xfrm>
          <a:prstGeom prst="bentUp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26"/>
          <p:cNvSpPr/>
          <p:nvPr/>
        </p:nvSpPr>
        <p:spPr>
          <a:xfrm>
            <a:off x="508000" y="8051800"/>
            <a:ext cx="2032000" cy="1168400"/>
          </a:xfrm>
          <a:prstGeom prst="bevel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27"/>
          <p:cNvSpPr/>
          <p:nvPr/>
        </p:nvSpPr>
        <p:spPr>
          <a:xfrm>
            <a:off x="2794000" y="8051800"/>
            <a:ext cx="2032000" cy="1168400"/>
          </a:xfrm>
          <a:prstGeom prst="blockArc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28"/>
          <p:cNvSpPr/>
          <p:nvPr/>
        </p:nvSpPr>
        <p:spPr>
          <a:xfrm>
            <a:off x="5080000" y="8051800"/>
            <a:ext cx="2032000" cy="1168400"/>
          </a:xfrm>
          <a:prstGeom prst="borderCallout1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29"/>
          <p:cNvSpPr/>
          <p:nvPr/>
        </p:nvSpPr>
        <p:spPr>
          <a:xfrm>
            <a:off x="508000" y="939800"/>
            <a:ext cx="2032000" cy="1168400"/>
          </a:xfrm>
          <a:prstGeom prst="borderCallout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30"/>
          <p:cNvSpPr/>
          <p:nvPr/>
        </p:nvSpPr>
        <p:spPr>
          <a:xfrm>
            <a:off x="2794000" y="939800"/>
            <a:ext cx="2032000" cy="1168400"/>
          </a:xfrm>
          <a:prstGeom prst="borderCallout3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31"/>
          <p:cNvSpPr/>
          <p:nvPr/>
        </p:nvSpPr>
        <p:spPr>
          <a:xfrm>
            <a:off x="5080000" y="939800"/>
            <a:ext cx="2032000" cy="1168400"/>
          </a:xfrm>
          <a:prstGeom prst="bracePai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32"/>
          <p:cNvSpPr/>
          <p:nvPr/>
        </p:nvSpPr>
        <p:spPr>
          <a:xfrm>
            <a:off x="7366000" y="939800"/>
            <a:ext cx="2032000" cy="1168400"/>
          </a:xfrm>
          <a:prstGeom prst="bracketPai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33"/>
          <p:cNvSpPr/>
          <p:nvPr/>
        </p:nvSpPr>
        <p:spPr>
          <a:xfrm>
            <a:off x="9652000" y="939800"/>
            <a:ext cx="2032000" cy="1168400"/>
          </a:xfrm>
          <a:prstGeom prst="callout1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34"/>
          <p:cNvSpPr/>
          <p:nvPr/>
        </p:nvSpPr>
        <p:spPr>
          <a:xfrm>
            <a:off x="508000" y="2362200"/>
            <a:ext cx="2032000" cy="1168400"/>
          </a:xfrm>
          <a:prstGeom prst="callout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35"/>
          <p:cNvSpPr/>
          <p:nvPr/>
        </p:nvSpPr>
        <p:spPr>
          <a:xfrm>
            <a:off x="2794000" y="2362200"/>
            <a:ext cx="2032000" cy="1168400"/>
          </a:xfrm>
          <a:prstGeom prst="callout3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36"/>
          <p:cNvSpPr/>
          <p:nvPr/>
        </p:nvSpPr>
        <p:spPr>
          <a:xfrm>
            <a:off x="5080000" y="2362200"/>
            <a:ext cx="2032000" cy="1168400"/>
          </a:xfrm>
          <a:prstGeom prst="ca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37"/>
          <p:cNvSpPr/>
          <p:nvPr/>
        </p:nvSpPr>
        <p:spPr>
          <a:xfrm>
            <a:off x="7366000" y="2362200"/>
            <a:ext cx="2032000" cy="1168400"/>
          </a:xfrm>
          <a:prstGeom prst="chartPlu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38"/>
          <p:cNvSpPr/>
          <p:nvPr/>
        </p:nvSpPr>
        <p:spPr>
          <a:xfrm>
            <a:off x="9652000" y="2362200"/>
            <a:ext cx="2032000" cy="1168400"/>
          </a:xfrm>
          <a:prstGeom prst="chartSta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39"/>
          <p:cNvSpPr/>
          <p:nvPr/>
        </p:nvSpPr>
        <p:spPr>
          <a:xfrm>
            <a:off x="508000" y="3784600"/>
            <a:ext cx="2032000" cy="1168400"/>
          </a:xfrm>
          <a:prstGeom prst="chartX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40"/>
          <p:cNvSpPr/>
          <p:nvPr/>
        </p:nvSpPr>
        <p:spPr>
          <a:xfrm>
            <a:off x="2794000" y="3784600"/>
            <a:ext cx="2032000" cy="1168400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41"/>
          <p:cNvSpPr/>
          <p:nvPr/>
        </p:nvSpPr>
        <p:spPr>
          <a:xfrm>
            <a:off x="5080000" y="3784600"/>
            <a:ext cx="2032000" cy="1168400"/>
          </a:xfrm>
          <a:prstGeom prst="chor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42"/>
          <p:cNvSpPr/>
          <p:nvPr/>
        </p:nvSpPr>
        <p:spPr>
          <a:xfrm>
            <a:off x="7366000" y="3784600"/>
            <a:ext cx="2032000" cy="1168400"/>
          </a:xfrm>
          <a:prstGeom prst="circular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43"/>
          <p:cNvSpPr/>
          <p:nvPr/>
        </p:nvSpPr>
        <p:spPr>
          <a:xfrm>
            <a:off x="9652000" y="3784600"/>
            <a:ext cx="2032000" cy="1168400"/>
          </a:xfrm>
          <a:prstGeom prst="clou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44"/>
          <p:cNvSpPr/>
          <p:nvPr/>
        </p:nvSpPr>
        <p:spPr>
          <a:xfrm>
            <a:off x="508000" y="5207000"/>
            <a:ext cx="2032000" cy="1168400"/>
          </a:xfrm>
          <a:prstGeom prst="cloud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45"/>
          <p:cNvSpPr/>
          <p:nvPr/>
        </p:nvSpPr>
        <p:spPr>
          <a:xfrm>
            <a:off x="2794000" y="5207000"/>
            <a:ext cx="2032000" cy="1168400"/>
          </a:xfrm>
          <a:prstGeom prst="corne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6"/>
          <p:cNvSpPr/>
          <p:nvPr/>
        </p:nvSpPr>
        <p:spPr>
          <a:xfrm>
            <a:off x="5080000" y="5207000"/>
            <a:ext cx="2032000" cy="1168400"/>
          </a:xfrm>
          <a:prstGeom prst="cornerTab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47"/>
          <p:cNvSpPr/>
          <p:nvPr/>
        </p:nvSpPr>
        <p:spPr>
          <a:xfrm>
            <a:off x="7366000" y="5207000"/>
            <a:ext cx="2032000" cy="1168400"/>
          </a:xfrm>
          <a:prstGeom prst="cub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48"/>
          <p:cNvSpPr/>
          <p:nvPr/>
        </p:nvSpPr>
        <p:spPr>
          <a:xfrm>
            <a:off x="9652000" y="5207000"/>
            <a:ext cx="2032000" cy="1168400"/>
          </a:xfrm>
          <a:prstGeom prst="curvedConnector2">
            <a:avLst/>
          </a:prstGeom>
          <a:solidFill>
            <a:srgbClr val="4472C4"/>
          </a:solidFill>
        </p:spPr>
      </p:sp>
      <p:sp>
        <p:nvSpPr>
          <p:cNvPr id="49" name="s49"/>
          <p:cNvSpPr/>
          <p:nvPr/>
        </p:nvSpPr>
        <p:spPr>
          <a:xfrm>
            <a:off x="508000" y="6629400"/>
            <a:ext cx="2032000" cy="1168400"/>
          </a:xfrm>
          <a:prstGeom prst="curvedConnector3">
            <a:avLst/>
          </a:prstGeom>
          <a:solidFill>
            <a:srgbClr val="4472C4"/>
          </a:solidFill>
        </p:spPr>
      </p:sp>
      <p:sp>
        <p:nvSpPr>
          <p:cNvPr id="50" name="s50"/>
          <p:cNvSpPr/>
          <p:nvPr/>
        </p:nvSpPr>
        <p:spPr>
          <a:xfrm>
            <a:off x="2794000" y="6629400"/>
            <a:ext cx="2032000" cy="1168400"/>
          </a:xfrm>
          <a:prstGeom prst="curvedConnector4">
            <a:avLst/>
          </a:prstGeom>
          <a:solidFill>
            <a:srgbClr val="4472C4"/>
          </a:solidFill>
        </p:spPr>
      </p:sp>
      <p:sp>
        <p:nvSpPr>
          <p:cNvPr id="51" name="s51"/>
          <p:cNvSpPr/>
          <p:nvPr/>
        </p:nvSpPr>
        <p:spPr>
          <a:xfrm>
            <a:off x="5080000" y="6629400"/>
            <a:ext cx="2032000" cy="1168400"/>
          </a:xfrm>
          <a:prstGeom prst="curvedConnector5">
            <a:avLst/>
          </a:prstGeom>
          <a:solidFill>
            <a:srgbClr val="4472C4"/>
          </a:solidFill>
        </p:spPr>
      </p:sp>
      <p:sp>
        <p:nvSpPr>
          <p:cNvPr id="52" name="s52"/>
          <p:cNvSpPr/>
          <p:nvPr/>
        </p:nvSpPr>
        <p:spPr>
          <a:xfrm>
            <a:off x="7366000" y="6629400"/>
            <a:ext cx="2032000" cy="1168400"/>
          </a:xfrm>
          <a:prstGeom prst="curved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53"/>
          <p:cNvSpPr/>
          <p:nvPr/>
        </p:nvSpPr>
        <p:spPr>
          <a:xfrm>
            <a:off x="9652000" y="6629400"/>
            <a:ext cx="2032000" cy="1168400"/>
          </a:xfrm>
          <a:prstGeom prst="curvedLef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54"/>
          <p:cNvSpPr/>
          <p:nvPr/>
        </p:nvSpPr>
        <p:spPr>
          <a:xfrm>
            <a:off x="508000" y="8051800"/>
            <a:ext cx="2032000" cy="1168400"/>
          </a:xfrm>
          <a:prstGeom prst="curv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55"/>
          <p:cNvSpPr/>
          <p:nvPr/>
        </p:nvSpPr>
        <p:spPr>
          <a:xfrm>
            <a:off x="2794000" y="8051800"/>
            <a:ext cx="2032000" cy="1168400"/>
          </a:xfrm>
          <a:prstGeom prst="curvedUp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56"/>
          <p:cNvSpPr/>
          <p:nvPr/>
        </p:nvSpPr>
        <p:spPr>
          <a:xfrm>
            <a:off x="5080000" y="8051800"/>
            <a:ext cx="2032000" cy="1168400"/>
          </a:xfrm>
          <a:prstGeom prst="decag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57"/>
          <p:cNvSpPr/>
          <p:nvPr/>
        </p:nvSpPr>
        <p:spPr>
          <a:xfrm>
            <a:off x="508000" y="939800"/>
            <a:ext cx="2032000" cy="1168400"/>
          </a:xfrm>
          <a:prstGeom prst="diagStrip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58"/>
          <p:cNvSpPr/>
          <p:nvPr/>
        </p:nvSpPr>
        <p:spPr>
          <a:xfrm>
            <a:off x="2794000" y="939800"/>
            <a:ext cx="2032000" cy="11684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59"/>
          <p:cNvSpPr/>
          <p:nvPr/>
        </p:nvSpPr>
        <p:spPr>
          <a:xfrm>
            <a:off x="5080000" y="939800"/>
            <a:ext cx="2032000" cy="1168400"/>
          </a:xfrm>
          <a:prstGeom prst="dodecag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60"/>
          <p:cNvSpPr/>
          <p:nvPr/>
        </p:nvSpPr>
        <p:spPr>
          <a:xfrm>
            <a:off x="7366000" y="939800"/>
            <a:ext cx="2032000" cy="1168400"/>
          </a:xfrm>
          <a:prstGeom prst="don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61"/>
          <p:cNvSpPr/>
          <p:nvPr/>
        </p:nvSpPr>
        <p:spPr>
          <a:xfrm>
            <a:off x="9652000" y="939800"/>
            <a:ext cx="2032000" cy="1168400"/>
          </a:xfrm>
          <a:prstGeom prst="doubleWav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62"/>
          <p:cNvSpPr/>
          <p:nvPr/>
        </p:nvSpPr>
        <p:spPr>
          <a:xfrm>
            <a:off x="508000" y="2362200"/>
            <a:ext cx="2032000" cy="116840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63"/>
          <p:cNvSpPr/>
          <p:nvPr/>
        </p:nvSpPr>
        <p:spPr>
          <a:xfrm>
            <a:off x="2794000" y="2362200"/>
            <a:ext cx="2032000" cy="1168400"/>
          </a:xfrm>
          <a:prstGeom prst="downArrow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64"/>
          <p:cNvSpPr/>
          <p:nvPr/>
        </p:nvSpPr>
        <p:spPr>
          <a:xfrm>
            <a:off x="5080000" y="2362200"/>
            <a:ext cx="2032000" cy="11684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65"/>
          <p:cNvSpPr/>
          <p:nvPr/>
        </p:nvSpPr>
        <p:spPr>
          <a:xfrm>
            <a:off x="7366000" y="2362200"/>
            <a:ext cx="2032000" cy="1168400"/>
          </a:xfrm>
          <a:prstGeom prst="ellipseRibb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66"/>
          <p:cNvSpPr/>
          <p:nvPr/>
        </p:nvSpPr>
        <p:spPr>
          <a:xfrm>
            <a:off x="9652000" y="2362200"/>
            <a:ext cx="2032000" cy="1168400"/>
          </a:xfrm>
          <a:prstGeom prst="ellipseRibbon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67"/>
          <p:cNvSpPr/>
          <p:nvPr/>
        </p:nvSpPr>
        <p:spPr>
          <a:xfrm>
            <a:off x="508000" y="3784600"/>
            <a:ext cx="2032000" cy="1168400"/>
          </a:xfrm>
          <a:prstGeom prst="flowChartAlternateProces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68"/>
          <p:cNvSpPr/>
          <p:nvPr/>
        </p:nvSpPr>
        <p:spPr>
          <a:xfrm>
            <a:off x="2794000" y="3784600"/>
            <a:ext cx="2032000" cy="1168400"/>
          </a:xfrm>
          <a:prstGeom prst="flowChartCollat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69"/>
          <p:cNvSpPr/>
          <p:nvPr/>
        </p:nvSpPr>
        <p:spPr>
          <a:xfrm>
            <a:off x="5080000" y="3784600"/>
            <a:ext cx="2032000" cy="1168400"/>
          </a:xfrm>
          <a:prstGeom prst="flowChartConnecto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70"/>
          <p:cNvSpPr/>
          <p:nvPr/>
        </p:nvSpPr>
        <p:spPr>
          <a:xfrm>
            <a:off x="7366000" y="3784600"/>
            <a:ext cx="2032000" cy="1168400"/>
          </a:xfrm>
          <a:prstGeom prst="flowChartDecisi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71"/>
          <p:cNvSpPr/>
          <p:nvPr/>
        </p:nvSpPr>
        <p:spPr>
          <a:xfrm>
            <a:off x="9652000" y="3784600"/>
            <a:ext cx="2032000" cy="1168400"/>
          </a:xfrm>
          <a:prstGeom prst="flowChartDelay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72"/>
          <p:cNvSpPr/>
          <p:nvPr/>
        </p:nvSpPr>
        <p:spPr>
          <a:xfrm>
            <a:off x="508000" y="5207000"/>
            <a:ext cx="2032000" cy="1168400"/>
          </a:xfrm>
          <a:prstGeom prst="flowChartDisplay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73"/>
          <p:cNvSpPr/>
          <p:nvPr/>
        </p:nvSpPr>
        <p:spPr>
          <a:xfrm>
            <a:off x="2794000" y="5207000"/>
            <a:ext cx="2032000" cy="1168400"/>
          </a:xfrm>
          <a:prstGeom prst="flowChartDocumen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74"/>
          <p:cNvSpPr/>
          <p:nvPr/>
        </p:nvSpPr>
        <p:spPr>
          <a:xfrm>
            <a:off x="5080000" y="5207000"/>
            <a:ext cx="2032000" cy="1168400"/>
          </a:xfrm>
          <a:prstGeom prst="flowChartExtra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75"/>
          <p:cNvSpPr/>
          <p:nvPr/>
        </p:nvSpPr>
        <p:spPr>
          <a:xfrm>
            <a:off x="7366000" y="5207000"/>
            <a:ext cx="2032000" cy="1168400"/>
          </a:xfrm>
          <a:prstGeom prst="flowChartInputOutp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76"/>
          <p:cNvSpPr/>
          <p:nvPr/>
        </p:nvSpPr>
        <p:spPr>
          <a:xfrm>
            <a:off x="9652000" y="5207000"/>
            <a:ext cx="2032000" cy="1168400"/>
          </a:xfrm>
          <a:prstGeom prst="flowChartInternalStorag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77"/>
          <p:cNvSpPr/>
          <p:nvPr/>
        </p:nvSpPr>
        <p:spPr>
          <a:xfrm>
            <a:off x="508000" y="6629400"/>
            <a:ext cx="2032000" cy="1168400"/>
          </a:xfrm>
          <a:prstGeom prst="flowChartMagneticDisk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78"/>
          <p:cNvSpPr/>
          <p:nvPr/>
        </p:nvSpPr>
        <p:spPr>
          <a:xfrm>
            <a:off x="2794000" y="6629400"/>
            <a:ext cx="2032000" cy="1168400"/>
          </a:xfrm>
          <a:prstGeom prst="flowChartMagneticDrum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79"/>
          <p:cNvSpPr/>
          <p:nvPr/>
        </p:nvSpPr>
        <p:spPr>
          <a:xfrm>
            <a:off x="5080000" y="6629400"/>
            <a:ext cx="2032000" cy="1168400"/>
          </a:xfrm>
          <a:prstGeom prst="flowChartMagneticTap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80"/>
          <p:cNvSpPr/>
          <p:nvPr/>
        </p:nvSpPr>
        <p:spPr>
          <a:xfrm>
            <a:off x="7366000" y="6629400"/>
            <a:ext cx="2032000" cy="1168400"/>
          </a:xfrm>
          <a:prstGeom prst="flowChartManualInp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81"/>
          <p:cNvSpPr/>
          <p:nvPr/>
        </p:nvSpPr>
        <p:spPr>
          <a:xfrm>
            <a:off x="9652000" y="6629400"/>
            <a:ext cx="2032000" cy="1168400"/>
          </a:xfrm>
          <a:prstGeom prst="flowChartManualOperati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82"/>
          <p:cNvSpPr/>
          <p:nvPr/>
        </p:nvSpPr>
        <p:spPr>
          <a:xfrm>
            <a:off x="508000" y="8051800"/>
            <a:ext cx="2032000" cy="1168400"/>
          </a:xfrm>
          <a:prstGeom prst="flowChartMerg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83"/>
          <p:cNvSpPr/>
          <p:nvPr/>
        </p:nvSpPr>
        <p:spPr>
          <a:xfrm>
            <a:off x="2794000" y="8051800"/>
            <a:ext cx="2032000" cy="1168400"/>
          </a:xfrm>
          <a:prstGeom prst="flowChartMultidocumen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84"/>
          <p:cNvSpPr/>
          <p:nvPr/>
        </p:nvSpPr>
        <p:spPr>
          <a:xfrm>
            <a:off x="5080000" y="8051800"/>
            <a:ext cx="2032000" cy="1168400"/>
          </a:xfrm>
          <a:prstGeom prst="flowChartOfflineStorag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85"/>
          <p:cNvSpPr/>
          <p:nvPr/>
        </p:nvSpPr>
        <p:spPr>
          <a:xfrm>
            <a:off x="508000" y="939800"/>
            <a:ext cx="2032000" cy="1168400"/>
          </a:xfrm>
          <a:prstGeom prst="flowChartOffpageConnecto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86"/>
          <p:cNvSpPr/>
          <p:nvPr/>
        </p:nvSpPr>
        <p:spPr>
          <a:xfrm>
            <a:off x="2794000" y="939800"/>
            <a:ext cx="2032000" cy="1168400"/>
          </a:xfrm>
          <a:prstGeom prst="flowChartOnlineStorag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87"/>
          <p:cNvSpPr/>
          <p:nvPr/>
        </p:nvSpPr>
        <p:spPr>
          <a:xfrm>
            <a:off x="5080000" y="939800"/>
            <a:ext cx="2032000" cy="1168400"/>
          </a:xfrm>
          <a:prstGeom prst="flowChartO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88"/>
          <p:cNvSpPr/>
          <p:nvPr/>
        </p:nvSpPr>
        <p:spPr>
          <a:xfrm>
            <a:off x="7366000" y="939800"/>
            <a:ext cx="2032000" cy="1168400"/>
          </a:xfrm>
          <a:prstGeom prst="flowChartPredefinedProces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89"/>
          <p:cNvSpPr/>
          <p:nvPr/>
        </p:nvSpPr>
        <p:spPr>
          <a:xfrm>
            <a:off x="9652000" y="939800"/>
            <a:ext cx="2032000" cy="1168400"/>
          </a:xfrm>
          <a:prstGeom prst="flowChartPreparati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90"/>
          <p:cNvSpPr/>
          <p:nvPr/>
        </p:nvSpPr>
        <p:spPr>
          <a:xfrm>
            <a:off x="508000" y="2362200"/>
            <a:ext cx="2032000" cy="1168400"/>
          </a:xfrm>
          <a:prstGeom prst="flowChartProces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91"/>
          <p:cNvSpPr/>
          <p:nvPr/>
        </p:nvSpPr>
        <p:spPr>
          <a:xfrm>
            <a:off x="2794000" y="2362200"/>
            <a:ext cx="2032000" cy="1168400"/>
          </a:xfrm>
          <a:prstGeom prst="flowChartPunchedCar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92"/>
          <p:cNvSpPr/>
          <p:nvPr/>
        </p:nvSpPr>
        <p:spPr>
          <a:xfrm>
            <a:off x="5080000" y="2362200"/>
            <a:ext cx="2032000" cy="1168400"/>
          </a:xfrm>
          <a:prstGeom prst="flowChartPunchedTap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93"/>
          <p:cNvSpPr/>
          <p:nvPr/>
        </p:nvSpPr>
        <p:spPr>
          <a:xfrm>
            <a:off x="7366000" y="2362200"/>
            <a:ext cx="2032000" cy="1168400"/>
          </a:xfrm>
          <a:prstGeom prst="flowChartSor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94"/>
          <p:cNvSpPr/>
          <p:nvPr/>
        </p:nvSpPr>
        <p:spPr>
          <a:xfrm>
            <a:off x="9652000" y="2362200"/>
            <a:ext cx="2032000" cy="1168400"/>
          </a:xfrm>
          <a:prstGeom prst="flowChartSummingJuncti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95"/>
          <p:cNvSpPr/>
          <p:nvPr/>
        </p:nvSpPr>
        <p:spPr>
          <a:xfrm>
            <a:off x="508000" y="3784600"/>
            <a:ext cx="2032000" cy="1168400"/>
          </a:xfrm>
          <a:prstGeom prst="flowChartTerminato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96"/>
          <p:cNvSpPr/>
          <p:nvPr/>
        </p:nvSpPr>
        <p:spPr>
          <a:xfrm>
            <a:off x="2794000" y="3784600"/>
            <a:ext cx="2032000" cy="1168400"/>
          </a:xfrm>
          <a:prstGeom prst="foldedCorner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97"/>
          <p:cNvSpPr/>
          <p:nvPr/>
        </p:nvSpPr>
        <p:spPr>
          <a:xfrm>
            <a:off x="5080000" y="3784600"/>
            <a:ext cx="2032000" cy="1168400"/>
          </a:xfrm>
          <a:prstGeom prst="fram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98"/>
          <p:cNvSpPr/>
          <p:nvPr/>
        </p:nvSpPr>
        <p:spPr>
          <a:xfrm>
            <a:off x="7366000" y="3784600"/>
            <a:ext cx="2032000" cy="1168400"/>
          </a:xfrm>
          <a:prstGeom prst="funnel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99"/>
          <p:cNvSpPr/>
          <p:nvPr/>
        </p:nvSpPr>
        <p:spPr>
          <a:xfrm>
            <a:off x="9652000" y="3784600"/>
            <a:ext cx="2032000" cy="1168400"/>
          </a:xfrm>
          <a:prstGeom prst="gear6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00"/>
          <p:cNvSpPr/>
          <p:nvPr/>
        </p:nvSpPr>
        <p:spPr>
          <a:xfrm>
            <a:off x="508000" y="5207000"/>
            <a:ext cx="2032000" cy="1168400"/>
          </a:xfrm>
          <a:prstGeom prst="gear9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01"/>
          <p:cNvSpPr/>
          <p:nvPr/>
        </p:nvSpPr>
        <p:spPr>
          <a:xfrm>
            <a:off x="2794000" y="5207000"/>
            <a:ext cx="2032000" cy="1168400"/>
          </a:xfrm>
          <a:prstGeom prst="halfFram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102"/>
          <p:cNvSpPr/>
          <p:nvPr/>
        </p:nvSpPr>
        <p:spPr>
          <a:xfrm>
            <a:off x="5080000" y="5207000"/>
            <a:ext cx="2032000" cy="1168400"/>
          </a:xfrm>
          <a:prstGeom prst="hear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103"/>
          <p:cNvSpPr/>
          <p:nvPr/>
        </p:nvSpPr>
        <p:spPr>
          <a:xfrm>
            <a:off x="7366000" y="5207000"/>
            <a:ext cx="2032000" cy="1168400"/>
          </a:xfrm>
          <a:prstGeom prst="heptag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104"/>
          <p:cNvSpPr/>
          <p:nvPr/>
        </p:nvSpPr>
        <p:spPr>
          <a:xfrm>
            <a:off x="9652000" y="5207000"/>
            <a:ext cx="2032000" cy="1168400"/>
          </a:xfrm>
          <a:prstGeom prst="hexag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105"/>
          <p:cNvSpPr/>
          <p:nvPr/>
        </p:nvSpPr>
        <p:spPr>
          <a:xfrm>
            <a:off x="508000" y="6629400"/>
            <a:ext cx="2032000" cy="1168400"/>
          </a:xfrm>
          <a:prstGeom prst="homePlat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106"/>
          <p:cNvSpPr/>
          <p:nvPr/>
        </p:nvSpPr>
        <p:spPr>
          <a:xfrm>
            <a:off x="2794000" y="6629400"/>
            <a:ext cx="2032000" cy="1168400"/>
          </a:xfrm>
          <a:prstGeom prst="horizontalScroll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107"/>
          <p:cNvSpPr/>
          <p:nvPr/>
        </p:nvSpPr>
        <p:spPr>
          <a:xfrm>
            <a:off x="5080000" y="6629400"/>
            <a:ext cx="2032000" cy="1168400"/>
          </a:xfrm>
          <a:prstGeom prst="irregularSeal1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108"/>
          <p:cNvSpPr/>
          <p:nvPr/>
        </p:nvSpPr>
        <p:spPr>
          <a:xfrm>
            <a:off x="7366000" y="6629400"/>
            <a:ext cx="2032000" cy="1168400"/>
          </a:xfrm>
          <a:prstGeom prst="irregularSeal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109"/>
          <p:cNvSpPr/>
          <p:nvPr/>
        </p:nvSpPr>
        <p:spPr>
          <a:xfrm>
            <a:off x="9652000" y="6629400"/>
            <a:ext cx="2032000" cy="1168400"/>
          </a:xfrm>
          <a:prstGeom prst="lef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110"/>
          <p:cNvSpPr/>
          <p:nvPr/>
        </p:nvSpPr>
        <p:spPr>
          <a:xfrm>
            <a:off x="508000" y="8051800"/>
            <a:ext cx="2032000" cy="1168400"/>
          </a:xfrm>
          <a:prstGeom prst="leftArrow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111"/>
          <p:cNvSpPr/>
          <p:nvPr/>
        </p:nvSpPr>
        <p:spPr>
          <a:xfrm>
            <a:off x="2794000" y="8051800"/>
            <a:ext cx="2032000" cy="1168400"/>
          </a:xfrm>
          <a:prstGeom prst="leftBrac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112"/>
          <p:cNvSpPr/>
          <p:nvPr/>
        </p:nvSpPr>
        <p:spPr>
          <a:xfrm>
            <a:off x="5080000" y="8051800"/>
            <a:ext cx="2032000" cy="1168400"/>
          </a:xfrm>
          <a:prstGeom prst="leftBracke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113"/>
          <p:cNvSpPr/>
          <p:nvPr/>
        </p:nvSpPr>
        <p:spPr>
          <a:xfrm>
            <a:off x="508000" y="939800"/>
            <a:ext cx="2032000" cy="1168400"/>
          </a:xfrm>
          <a:prstGeom prst="leftCircular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114"/>
          <p:cNvSpPr/>
          <p:nvPr/>
        </p:nvSpPr>
        <p:spPr>
          <a:xfrm>
            <a:off x="2794000" y="939800"/>
            <a:ext cx="2032000" cy="1168400"/>
          </a:xfrm>
          <a:prstGeom prst="left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115"/>
          <p:cNvSpPr/>
          <p:nvPr/>
        </p:nvSpPr>
        <p:spPr>
          <a:xfrm>
            <a:off x="5080000" y="939800"/>
            <a:ext cx="2032000" cy="1168400"/>
          </a:xfrm>
          <a:prstGeom prst="leftRightArrow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116"/>
          <p:cNvSpPr/>
          <p:nvPr/>
        </p:nvSpPr>
        <p:spPr>
          <a:xfrm>
            <a:off x="7366000" y="939800"/>
            <a:ext cx="2032000" cy="1168400"/>
          </a:xfrm>
          <a:prstGeom prst="leftRightCircular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117"/>
          <p:cNvSpPr/>
          <p:nvPr/>
        </p:nvSpPr>
        <p:spPr>
          <a:xfrm>
            <a:off x="9652000" y="939800"/>
            <a:ext cx="2032000" cy="1168400"/>
          </a:xfrm>
          <a:prstGeom prst="leftRightRibb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118"/>
          <p:cNvSpPr/>
          <p:nvPr/>
        </p:nvSpPr>
        <p:spPr>
          <a:xfrm>
            <a:off x="508000" y="2362200"/>
            <a:ext cx="2032000" cy="1168400"/>
          </a:xfrm>
          <a:prstGeom prst="leftRightUp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19"/>
          <p:cNvSpPr/>
          <p:nvPr/>
        </p:nvSpPr>
        <p:spPr>
          <a:xfrm>
            <a:off x="2794000" y="2362200"/>
            <a:ext cx="2032000" cy="1168400"/>
          </a:xfrm>
          <a:prstGeom prst="leftUp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20"/>
          <p:cNvSpPr/>
          <p:nvPr/>
        </p:nvSpPr>
        <p:spPr>
          <a:xfrm>
            <a:off x="5080000" y="2362200"/>
            <a:ext cx="2032000" cy="1168400"/>
          </a:xfrm>
          <a:prstGeom prst="lightningBol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121"/>
          <p:cNvSpPr/>
          <p:nvPr/>
        </p:nvSpPr>
        <p:spPr>
          <a:xfrm>
            <a:off x="7366000" y="2362200"/>
            <a:ext cx="2032000" cy="1168400"/>
          </a:xfrm>
          <a:prstGeom prst="line">
            <a:avLst/>
          </a:prstGeom>
          <a:solidFill>
            <a:srgbClr val="4472C4"/>
          </a:solidFill>
        </p:spPr>
      </p:sp>
      <p:sp>
        <p:nvSpPr>
          <p:cNvPr id="122" name="s122"/>
          <p:cNvSpPr/>
          <p:nvPr/>
        </p:nvSpPr>
        <p:spPr>
          <a:xfrm>
            <a:off x="9652000" y="2362200"/>
            <a:ext cx="2032000" cy="1168400"/>
          </a:xfrm>
          <a:prstGeom prst="lineInv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123"/>
          <p:cNvSpPr/>
          <p:nvPr/>
        </p:nvSpPr>
        <p:spPr>
          <a:xfrm>
            <a:off x="508000" y="3784600"/>
            <a:ext cx="2032000" cy="1168400"/>
          </a:xfrm>
          <a:prstGeom prst="mathDivid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124"/>
          <p:cNvSpPr/>
          <p:nvPr/>
        </p:nvSpPr>
        <p:spPr>
          <a:xfrm>
            <a:off x="2794000" y="3784600"/>
            <a:ext cx="2032000" cy="1168400"/>
          </a:xfrm>
          <a:prstGeom prst="mathEqual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125"/>
          <p:cNvSpPr/>
          <p:nvPr/>
        </p:nvSpPr>
        <p:spPr>
          <a:xfrm>
            <a:off x="5080000" y="3784600"/>
            <a:ext cx="2032000" cy="1168400"/>
          </a:xfrm>
          <a:prstGeom prst="mathMinu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126"/>
          <p:cNvSpPr/>
          <p:nvPr/>
        </p:nvSpPr>
        <p:spPr>
          <a:xfrm>
            <a:off x="7366000" y="3784600"/>
            <a:ext cx="2032000" cy="1168400"/>
          </a:xfrm>
          <a:prstGeom prst="mathMultiply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127"/>
          <p:cNvSpPr/>
          <p:nvPr/>
        </p:nvSpPr>
        <p:spPr>
          <a:xfrm>
            <a:off x="9652000" y="3784600"/>
            <a:ext cx="2032000" cy="1168400"/>
          </a:xfrm>
          <a:prstGeom prst="mathNotEqual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128"/>
          <p:cNvSpPr/>
          <p:nvPr/>
        </p:nvSpPr>
        <p:spPr>
          <a:xfrm>
            <a:off x="508000" y="5207000"/>
            <a:ext cx="2032000" cy="1168400"/>
          </a:xfrm>
          <a:prstGeom prst="mathPlu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129"/>
          <p:cNvSpPr/>
          <p:nvPr/>
        </p:nvSpPr>
        <p:spPr>
          <a:xfrm>
            <a:off x="2794000" y="5207000"/>
            <a:ext cx="2032000" cy="1168400"/>
          </a:xfrm>
          <a:prstGeom prst="mo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130"/>
          <p:cNvSpPr/>
          <p:nvPr/>
        </p:nvSpPr>
        <p:spPr>
          <a:xfrm>
            <a:off x="5080000" y="5207000"/>
            <a:ext cx="2032000" cy="1168400"/>
          </a:xfrm>
          <a:prstGeom prst="nonIsoscelesTrapezoi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131"/>
          <p:cNvSpPr/>
          <p:nvPr/>
        </p:nvSpPr>
        <p:spPr>
          <a:xfrm>
            <a:off x="7366000" y="5207000"/>
            <a:ext cx="2032000" cy="1168400"/>
          </a:xfrm>
          <a:prstGeom prst="noSmoking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132"/>
          <p:cNvSpPr/>
          <p:nvPr/>
        </p:nvSpPr>
        <p:spPr>
          <a:xfrm>
            <a:off x="9652000" y="5207000"/>
            <a:ext cx="2032000" cy="1168400"/>
          </a:xfrm>
          <a:prstGeom prst="notch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133"/>
          <p:cNvSpPr/>
          <p:nvPr/>
        </p:nvSpPr>
        <p:spPr>
          <a:xfrm>
            <a:off x="508000" y="6629400"/>
            <a:ext cx="2032000" cy="1168400"/>
          </a:xfrm>
          <a:prstGeom prst="octag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134"/>
          <p:cNvSpPr/>
          <p:nvPr/>
        </p:nvSpPr>
        <p:spPr>
          <a:xfrm>
            <a:off x="2794000" y="6629400"/>
            <a:ext cx="2032000" cy="1168400"/>
          </a:xfrm>
          <a:prstGeom prst="parallelogram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135"/>
          <p:cNvSpPr/>
          <p:nvPr/>
        </p:nvSpPr>
        <p:spPr>
          <a:xfrm>
            <a:off x="5080000" y="6629400"/>
            <a:ext cx="2032000" cy="1168400"/>
          </a:xfrm>
          <a:prstGeom prst="pentag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136"/>
          <p:cNvSpPr/>
          <p:nvPr/>
        </p:nvSpPr>
        <p:spPr>
          <a:xfrm>
            <a:off x="7366000" y="6629400"/>
            <a:ext cx="2032000" cy="1168400"/>
          </a:xfrm>
          <a:prstGeom prst="pi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137"/>
          <p:cNvSpPr/>
          <p:nvPr/>
        </p:nvSpPr>
        <p:spPr>
          <a:xfrm>
            <a:off x="9652000" y="6629400"/>
            <a:ext cx="2032000" cy="1168400"/>
          </a:xfrm>
          <a:prstGeom prst="pieWedg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138"/>
          <p:cNvSpPr/>
          <p:nvPr/>
        </p:nvSpPr>
        <p:spPr>
          <a:xfrm>
            <a:off x="508000" y="8051800"/>
            <a:ext cx="2032000" cy="1168400"/>
          </a:xfrm>
          <a:prstGeom prst="plaqu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139"/>
          <p:cNvSpPr/>
          <p:nvPr/>
        </p:nvSpPr>
        <p:spPr>
          <a:xfrm>
            <a:off x="2794000" y="8051800"/>
            <a:ext cx="2032000" cy="1168400"/>
          </a:xfrm>
          <a:prstGeom prst="plaqueTab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140"/>
          <p:cNvSpPr/>
          <p:nvPr/>
        </p:nvSpPr>
        <p:spPr>
          <a:xfrm>
            <a:off x="5080000" y="8051800"/>
            <a:ext cx="2032000" cy="1168400"/>
          </a:xfrm>
          <a:prstGeom prst="plu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141"/>
          <p:cNvSpPr/>
          <p:nvPr/>
        </p:nvSpPr>
        <p:spPr>
          <a:xfrm>
            <a:off x="508000" y="939800"/>
            <a:ext cx="2032000" cy="1168400"/>
          </a:xfrm>
          <a:prstGeom prst="quad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142"/>
          <p:cNvSpPr/>
          <p:nvPr/>
        </p:nvSpPr>
        <p:spPr>
          <a:xfrm>
            <a:off x="2794000" y="939800"/>
            <a:ext cx="2032000" cy="1168400"/>
          </a:xfrm>
          <a:prstGeom prst="quadArrow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143"/>
          <p:cNvSpPr/>
          <p:nvPr/>
        </p:nvSpPr>
        <p:spPr>
          <a:xfrm>
            <a:off x="5080000" y="939800"/>
            <a:ext cx="2032000" cy="1168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144"/>
          <p:cNvSpPr/>
          <p:nvPr/>
        </p:nvSpPr>
        <p:spPr>
          <a:xfrm>
            <a:off x="7366000" y="939800"/>
            <a:ext cx="2032000" cy="1168400"/>
          </a:xfrm>
          <a:prstGeom prst="ribb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145"/>
          <p:cNvSpPr/>
          <p:nvPr/>
        </p:nvSpPr>
        <p:spPr>
          <a:xfrm>
            <a:off x="9652000" y="939800"/>
            <a:ext cx="2032000" cy="1168400"/>
          </a:xfrm>
          <a:prstGeom prst="ribbon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146"/>
          <p:cNvSpPr/>
          <p:nvPr/>
        </p:nvSpPr>
        <p:spPr>
          <a:xfrm>
            <a:off x="508000" y="2362200"/>
            <a:ext cx="2032000" cy="11684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47"/>
          <p:cNvSpPr/>
          <p:nvPr/>
        </p:nvSpPr>
        <p:spPr>
          <a:xfrm>
            <a:off x="2794000" y="2362200"/>
            <a:ext cx="2032000" cy="1168400"/>
          </a:xfrm>
          <a:prstGeom prst="rightArrow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48"/>
          <p:cNvSpPr/>
          <p:nvPr/>
        </p:nvSpPr>
        <p:spPr>
          <a:xfrm>
            <a:off x="5080000" y="2362200"/>
            <a:ext cx="2032000" cy="1168400"/>
          </a:xfrm>
          <a:prstGeom prst="rightBrac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49"/>
          <p:cNvSpPr/>
          <p:nvPr/>
        </p:nvSpPr>
        <p:spPr>
          <a:xfrm>
            <a:off x="7366000" y="2362200"/>
            <a:ext cx="2032000" cy="1168400"/>
          </a:xfrm>
          <a:prstGeom prst="rightBracke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150"/>
          <p:cNvSpPr/>
          <p:nvPr/>
        </p:nvSpPr>
        <p:spPr>
          <a:xfrm>
            <a:off x="9652000" y="2362200"/>
            <a:ext cx="2032000" cy="1168400"/>
          </a:xfrm>
          <a:prstGeom prst="round1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51"/>
          <p:cNvSpPr/>
          <p:nvPr/>
        </p:nvSpPr>
        <p:spPr>
          <a:xfrm>
            <a:off x="508000" y="3784600"/>
            <a:ext cx="2032000" cy="1168400"/>
          </a:xfrm>
          <a:prstGeom prst="round2Diag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152"/>
          <p:cNvSpPr/>
          <p:nvPr/>
        </p:nvSpPr>
        <p:spPr>
          <a:xfrm>
            <a:off x="2794000" y="3784600"/>
            <a:ext cx="2032000" cy="1168400"/>
          </a:xfrm>
          <a:prstGeom prst="round2Same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53"/>
          <p:cNvSpPr/>
          <p:nvPr/>
        </p:nvSpPr>
        <p:spPr>
          <a:xfrm>
            <a:off x="5080000" y="3784600"/>
            <a:ext cx="2032000" cy="11684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154"/>
          <p:cNvSpPr/>
          <p:nvPr/>
        </p:nvSpPr>
        <p:spPr>
          <a:xfrm>
            <a:off x="7366000" y="3784600"/>
            <a:ext cx="2032000" cy="1168400"/>
          </a:xfrm>
          <a:prstGeom prst="rtTriangl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55"/>
          <p:cNvSpPr/>
          <p:nvPr/>
        </p:nvSpPr>
        <p:spPr>
          <a:xfrm>
            <a:off x="9652000" y="3784600"/>
            <a:ext cx="2032000" cy="1168400"/>
          </a:xfrm>
          <a:prstGeom prst="smileyFac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56"/>
          <p:cNvSpPr/>
          <p:nvPr/>
        </p:nvSpPr>
        <p:spPr>
          <a:xfrm>
            <a:off x="508000" y="5207000"/>
            <a:ext cx="2032000" cy="1168400"/>
          </a:xfrm>
          <a:prstGeom prst="snip1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57"/>
          <p:cNvSpPr/>
          <p:nvPr/>
        </p:nvSpPr>
        <p:spPr>
          <a:xfrm>
            <a:off x="2794000" y="5207000"/>
            <a:ext cx="2032000" cy="1168400"/>
          </a:xfrm>
          <a:prstGeom prst="snip2Diag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158"/>
          <p:cNvSpPr/>
          <p:nvPr/>
        </p:nvSpPr>
        <p:spPr>
          <a:xfrm>
            <a:off x="5080000" y="5207000"/>
            <a:ext cx="2032000" cy="1168400"/>
          </a:xfrm>
          <a:prstGeom prst="snip2Same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159"/>
          <p:cNvSpPr/>
          <p:nvPr/>
        </p:nvSpPr>
        <p:spPr>
          <a:xfrm>
            <a:off x="7366000" y="5207000"/>
            <a:ext cx="2032000" cy="1168400"/>
          </a:xfrm>
          <a:prstGeom prst="snip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160"/>
          <p:cNvSpPr/>
          <p:nvPr/>
        </p:nvSpPr>
        <p:spPr>
          <a:xfrm>
            <a:off x="9652000" y="5207000"/>
            <a:ext cx="2032000" cy="1168400"/>
          </a:xfrm>
          <a:prstGeom prst="squareTabs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161"/>
          <p:cNvSpPr/>
          <p:nvPr/>
        </p:nvSpPr>
        <p:spPr>
          <a:xfrm>
            <a:off x="508000" y="6629400"/>
            <a:ext cx="2032000" cy="1168400"/>
          </a:xfrm>
          <a:prstGeom prst="star10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162"/>
          <p:cNvSpPr/>
          <p:nvPr/>
        </p:nvSpPr>
        <p:spPr>
          <a:xfrm>
            <a:off x="2794000" y="6629400"/>
            <a:ext cx="2032000" cy="1168400"/>
          </a:xfrm>
          <a:prstGeom prst="star1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163"/>
          <p:cNvSpPr/>
          <p:nvPr/>
        </p:nvSpPr>
        <p:spPr>
          <a:xfrm>
            <a:off x="5080000" y="6629400"/>
            <a:ext cx="2032000" cy="1168400"/>
          </a:xfrm>
          <a:prstGeom prst="star16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164"/>
          <p:cNvSpPr/>
          <p:nvPr/>
        </p:nvSpPr>
        <p:spPr>
          <a:xfrm>
            <a:off x="7366000" y="6629400"/>
            <a:ext cx="2032000" cy="1168400"/>
          </a:xfrm>
          <a:prstGeom prst="star24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165"/>
          <p:cNvSpPr/>
          <p:nvPr/>
        </p:nvSpPr>
        <p:spPr>
          <a:xfrm>
            <a:off x="9652000" y="6629400"/>
            <a:ext cx="2032000" cy="1168400"/>
          </a:xfrm>
          <a:prstGeom prst="star32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166"/>
          <p:cNvSpPr/>
          <p:nvPr/>
        </p:nvSpPr>
        <p:spPr>
          <a:xfrm>
            <a:off x="508000" y="8051800"/>
            <a:ext cx="2032000" cy="1168400"/>
          </a:xfrm>
          <a:prstGeom prst="star4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167"/>
          <p:cNvSpPr/>
          <p:nvPr/>
        </p:nvSpPr>
        <p:spPr>
          <a:xfrm>
            <a:off x="2794000" y="8051800"/>
            <a:ext cx="2032000" cy="1168400"/>
          </a:xfrm>
          <a:prstGeom prst="star5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168"/>
          <p:cNvSpPr/>
          <p:nvPr/>
        </p:nvSpPr>
        <p:spPr>
          <a:xfrm>
            <a:off x="5080000" y="8051800"/>
            <a:ext cx="2032000" cy="1168400"/>
          </a:xfrm>
          <a:prstGeom prst="star6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169"/>
          <p:cNvSpPr/>
          <p:nvPr/>
        </p:nvSpPr>
        <p:spPr>
          <a:xfrm>
            <a:off x="508000" y="939800"/>
            <a:ext cx="2032000" cy="1168400"/>
          </a:xfrm>
          <a:prstGeom prst="star7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170"/>
          <p:cNvSpPr/>
          <p:nvPr/>
        </p:nvSpPr>
        <p:spPr>
          <a:xfrm>
            <a:off x="2794000" y="939800"/>
            <a:ext cx="2032000" cy="1168400"/>
          </a:xfrm>
          <a:prstGeom prst="star8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171"/>
          <p:cNvSpPr/>
          <p:nvPr/>
        </p:nvSpPr>
        <p:spPr>
          <a:xfrm>
            <a:off x="5080000" y="939800"/>
            <a:ext cx="2032000" cy="1168400"/>
          </a:xfrm>
          <a:prstGeom prst="straightConnector1">
            <a:avLst/>
          </a:prstGeom>
          <a:solidFill>
            <a:srgbClr val="4472C4"/>
          </a:solidFill>
        </p:spPr>
      </p:sp>
      <p:sp>
        <p:nvSpPr>
          <p:cNvPr id="172" name="s172"/>
          <p:cNvSpPr/>
          <p:nvPr/>
        </p:nvSpPr>
        <p:spPr>
          <a:xfrm>
            <a:off x="7366000" y="939800"/>
            <a:ext cx="2032000" cy="1168400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173"/>
          <p:cNvSpPr/>
          <p:nvPr/>
        </p:nvSpPr>
        <p:spPr>
          <a:xfrm>
            <a:off x="9652000" y="939800"/>
            <a:ext cx="2032000" cy="1168400"/>
          </a:xfrm>
          <a:prstGeom prst="su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174"/>
          <p:cNvSpPr/>
          <p:nvPr/>
        </p:nvSpPr>
        <p:spPr>
          <a:xfrm>
            <a:off x="508000" y="2362200"/>
            <a:ext cx="2032000" cy="1168400"/>
          </a:xfrm>
          <a:prstGeom prst="swoosh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175"/>
          <p:cNvSpPr/>
          <p:nvPr/>
        </p:nvSpPr>
        <p:spPr>
          <a:xfrm>
            <a:off x="2794000" y="2362200"/>
            <a:ext cx="2032000" cy="1168400"/>
          </a:xfrm>
          <a:prstGeom prst="teardrop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176"/>
          <p:cNvSpPr/>
          <p:nvPr/>
        </p:nvSpPr>
        <p:spPr>
          <a:xfrm>
            <a:off x="5080000" y="2362200"/>
            <a:ext cx="2032000" cy="1168400"/>
          </a:xfrm>
          <a:prstGeom prst="trapezoid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177"/>
          <p:cNvSpPr/>
          <p:nvPr/>
        </p:nvSpPr>
        <p:spPr>
          <a:xfrm>
            <a:off x="7366000" y="2362200"/>
            <a:ext cx="2032000" cy="1168400"/>
          </a:xfrm>
          <a:prstGeom prst="triangl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178"/>
          <p:cNvSpPr/>
          <p:nvPr/>
        </p:nvSpPr>
        <p:spPr>
          <a:xfrm>
            <a:off x="9652000" y="2362200"/>
            <a:ext cx="2032000" cy="1168400"/>
          </a:xfrm>
          <a:prstGeom prst="upArrow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179"/>
          <p:cNvSpPr/>
          <p:nvPr/>
        </p:nvSpPr>
        <p:spPr>
          <a:xfrm>
            <a:off x="508000" y="3784600"/>
            <a:ext cx="2032000" cy="1168400"/>
          </a:xfrm>
          <a:prstGeom prst="up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180"/>
          <p:cNvSpPr/>
          <p:nvPr/>
        </p:nvSpPr>
        <p:spPr>
          <a:xfrm>
            <a:off x="2794000" y="3784600"/>
            <a:ext cx="2032000" cy="1168400"/>
          </a:xfrm>
          <a:prstGeom prst="upDownArrow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181"/>
          <p:cNvSpPr/>
          <p:nvPr/>
        </p:nvSpPr>
        <p:spPr>
          <a:xfrm>
            <a:off x="5080000" y="3784600"/>
            <a:ext cx="2032000" cy="1168400"/>
          </a:xfrm>
          <a:prstGeom prst="utur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182"/>
          <p:cNvSpPr/>
          <p:nvPr/>
        </p:nvSpPr>
        <p:spPr>
          <a:xfrm>
            <a:off x="7366000" y="3784600"/>
            <a:ext cx="2032000" cy="1168400"/>
          </a:xfrm>
          <a:prstGeom prst="verticalScroll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183"/>
          <p:cNvSpPr/>
          <p:nvPr/>
        </p:nvSpPr>
        <p:spPr>
          <a:xfrm>
            <a:off x="9652000" y="3784600"/>
            <a:ext cx="2032000" cy="1168400"/>
          </a:xfrm>
          <a:prstGeom prst="wav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184"/>
          <p:cNvSpPr/>
          <p:nvPr/>
        </p:nvSpPr>
        <p:spPr>
          <a:xfrm>
            <a:off x="508000" y="5207000"/>
            <a:ext cx="2032000" cy="1168400"/>
          </a:xfrm>
          <a:prstGeom prst="wedgeEllipse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185"/>
          <p:cNvSpPr/>
          <p:nvPr/>
        </p:nvSpPr>
        <p:spPr>
          <a:xfrm>
            <a:off x="2794000" y="5207000"/>
            <a:ext cx="2032000" cy="1168400"/>
          </a:xfrm>
          <a:prstGeom prst="wedgeRect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186"/>
          <p:cNvSpPr/>
          <p:nvPr/>
        </p:nvSpPr>
        <p:spPr>
          <a:xfrm>
            <a:off x="5080000" y="5207000"/>
            <a:ext cx="2032000" cy="1168400"/>
          </a:xfrm>
          <a:prstGeom prst="wedgeRoundRectCallou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187"/>
          <p:cNvSpPr/>
          <p:nvPr/>
        </p:nvSpPr>
        <p:spPr>
          <a:xfrm>
            <a:off x="7366000" y="5207000"/>
            <a:ext cx="2032000" cy="1168400"/>
          </a:xfrm>
          <a:prstGeom prst="up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c200"/>
          <p:cNvSpPr/>
          <p:nvPr/>
        </p:nvSpPr>
        <p:spPr>
          <a:xfrm>
            <a:off x="508000" y="939800"/>
            <a:ext cx="1905000" cy="1905000"/>
          </a:xfrm>
          <a:custGeom>
            <a:avLst/>
            <a:gdLst/>
            <a:ahLst/>
            <a:cxnLst/>
            <a:rect l="0" t="0" r="1000" b="1000"/>
            <a:pathLst>
              <a:path w="1000" h="1000">
                <a:moveTo>
                  <a:pt x="500" y="0"/>
                </a:moveTo>
                <a:arcTo wR="500" hR="500" stAng="0" swAng="10800000"/>
                <a:arcTo wR="500" hR="500" stAng="10800000" swAng="10800000"/>
                <a:close/>
                <a:moveTo>
                  <a:pt x="500" y="200"/>
                </a:moveTo>
                <a:arcTo wR="300" hR="300" stAng="0" swAng="-10800000"/>
                <a:arcTo wR="300" hR="300" stAng="10800000" swAng="-10800000"/>
                <a:close/>
              </a:path>
            </a:pathLst>
          </a:custGeom>
          <a:solidFill>
            <a:srgbClr val="4472C4"/>
          </a:solidFill>
        </p:spPr>
      </p:sp>
      <p:sp>
        <p:nvSpPr>
          <p:cNvPr id="201" name="c201"/>
          <p:cNvSpPr/>
          <p:nvPr/>
        </p:nvSpPr>
        <p:spPr>
          <a:xfrm>
            <a:off x="2794000" y="939800"/>
            <a:ext cx="3048000" cy="1524000"/>
          </a:xfrm>
          <a:custGeom>
            <a:avLst/>
            <a:gdLst/>
            <a:ahLst/>
            <a:cxnLst/>
            <a:rect l="0" t="0" r="1000" b="500"/>
            <a:pathLst>
              <a:path w="1000" h="500">
                <a:moveTo>
                  <a:pt x="100" y="400"/>
                </a:moveTo>
                <a:cubicBezTo>
                  <a:pt x="150" y="50"/>
                  <a:pt x="400" y="50"/>
                  <a:pt x="500" y="250"/>
                </a:cubicBezTo>
                <a:cubicBezTo>
                  <a:pt x="600" y="450"/>
                  <a:pt x="800" y="400"/>
                  <a:pt x="900" y="100"/>
                </a:cubicBezTo>
                <a:lnTo>
                  <a:pt x="900" y="40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202" name="c202"/>
          <p:cNvSpPr/>
          <p:nvPr/>
        </p:nvSpPr>
        <p:spPr>
          <a:xfrm>
            <a:off x="6350000" y="939800"/>
            <a:ext cx="2794000" cy="1651000"/>
          </a:xfrm>
          <a:custGeom>
            <a:avLst/>
            <a:gdLst/>
            <a:ahLst/>
            <a:cxnLst/>
            <a:rect l="0" t="0" r="100" b="60"/>
            <a:pathLst>
              <a:path w="100" h="60">
                <a:moveTo>
                  <a:pt x="10" y="50"/>
                </a:moveTo>
                <a:quadBezTo>
                  <a:pt x="50" y="10"/>
                  <a:pt x="90" y="50"/>
                </a:quadBezTo>
                <a:quadBezTo>
                  <a:pt x="130" y="90"/>
                  <a:pt x="170" y="50"/>
                </a:quadBezTo>
                <a:lnTo>
                  <a:pt x="210" y="50"/>
                </a:lnTo>
                <a:lnTo>
                  <a:pt x="210" y="60"/>
                </a:lnTo>
                <a:lnTo>
                  <a:pt x="170" y="60"/>
                </a:lnTo>
                <a:quadBezTo>
                  <a:pt x="130" y="20"/>
                  <a:pt x="90" y="60"/>
                </a:quadBezTo>
                <a:quadBezTo>
                  <a:pt x="50" y="100"/>
                  <a:pt x="10" y="60"/>
                </a:quadBezTo>
                <a:close/>
              </a:path>
            </a:pathLst>
          </a:custGeom>
          <a:solidFill>
            <a:srgbClr val="4472C4"/>
          </a:solidFill>
        </p:spPr>
      </p:sp>
      <p:sp>
        <p:nvSpPr>
          <p:cNvPr id="203" name="c203"/>
          <p:cNvSpPr/>
          <p:nvPr/>
        </p:nvSpPr>
        <p:spPr>
          <a:xfrm>
            <a:off x="9652000" y="939800"/>
            <a:ext cx="2032000" cy="1524000"/>
          </a:xfrm>
          <a:custGeom>
            <a:avLst/>
            <a:gdLst/>
            <a:ahLst/>
            <a:cxnLst/>
            <a:rect l="0" t="0" r="800" b="600"/>
            <a:pathLst>
              <a:path w="800" h="600">
                <a:moveTo>
                  <a:pt x="400" y="300"/>
                </a:moveTo>
                <a:arcTo wR="300" hR="200" stAng="0" swAng="16200000"/>
                <a:close/>
              </a:path>
            </a:pathLst>
          </a:custGeom>
          <a:solidFill>
            <a:srgbClr val="4472C4"/>
          </a:solidFill>
        </p:spPr>
      </p:sp>
      <p:sp>
        <p:nvSpPr>
          <p:cNvPr id="204" name="c204"/>
          <p:cNvSpPr/>
          <p:nvPr/>
        </p:nvSpPr>
        <p:spPr>
          <a:xfrm>
            <a:off x="508000" y="3175000"/>
            <a:ext cx="1778000" cy="1397000"/>
          </a:xfrm>
          <a:custGeom>
            <a:avLst/>
            <a:gdLst/>
            <a:ahLst/>
            <a:cxnLst/>
            <a:rect l="0" t="0" r="200" b="160"/>
            <a:pathLst>
              <a:path w="200" h="160">
                <a:moveTo>
                  <a:pt x="100" y="20"/>
                </a:moveTo>
                <a:lnTo>
                  <a:pt x="180" y="80"/>
                </a:lnTo>
                <a:lnTo>
                  <a:pt x="100" y="140"/>
                </a:lnTo>
                <a:lnTo>
                  <a:pt x="20" y="80"/>
                </a:lnTo>
                <a:close/>
                <a:moveTo>
                  <a:pt x="100" y="50"/>
                </a:moveTo>
                <a:lnTo>
                  <a:pt x="60" y="80"/>
                </a:lnTo>
                <a:lnTo>
                  <a:pt x="100" y="110"/>
                </a:lnTo>
                <a:lnTo>
                  <a:pt x="140" y="8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205" name="c205"/>
          <p:cNvSpPr/>
          <p:nvPr/>
        </p:nvSpPr>
        <p:spPr>
          <a:xfrm>
            <a:off x="2794000" y="3175000"/>
            <a:ext cx="2286000" cy="1397000"/>
          </a:xfrm>
          <a:custGeom>
            <a:avLst/>
            <a:gdLst/>
            <a:ahLst/>
            <a:cxnLst/>
            <a:rect l="0" t="0" r="360" b="220"/>
            <a:pathLst>
              <a:path w="360" h="220">
                <a:moveTo>
                  <a:pt x="0" y="110"/>
                </a:moveTo>
                <a:arcTo wR="180" hR="110" stAng="0" swAng="10800000"/>
                <a:arcTo wR="180" hR="110" stAng="10800000" swAng="10800000"/>
                <a:close/>
              </a:path>
            </a:pathLst>
          </a:custGeom>
          <a:solidFill>
            <a:srgbClr val="4472C4"/>
          </a:solidFill>
        </p:spPr>
      </p:sp>
      <p:sp>
        <p:nvSpPr>
          <p:cNvPr id="206" name="c206"/>
          <p:cNvSpPr/>
          <p:nvPr/>
        </p:nvSpPr>
        <p:spPr>
          <a:xfrm>
            <a:off x="5588000" y="3175000"/>
            <a:ext cx="2032000" cy="1397000"/>
          </a:xfrm>
          <a:custGeom>
            <a:avLst/>
            <a:gdLst/>
            <a:ahLst/>
            <a:cxnLst/>
            <a:rect l="0" t="0" r="320" b="220"/>
            <a:pathLst>
              <a:path w="320" h="220">
                <a:moveTo>
                  <a:pt x="160" y="0"/>
                </a:moveTo>
                <a:lnTo>
                  <a:pt x="320" y="220"/>
                </a:lnTo>
                <a:lnTo>
                  <a:pt x="160" y="170"/>
                </a:lnTo>
                <a:lnTo>
                  <a:pt x="0" y="220"/>
                </a:lnTo>
                <a:close/>
              </a:path>
            </a:pathLst>
          </a:custGeom>
          <a:solidFill>
            <a:srgbClr val="4472C4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