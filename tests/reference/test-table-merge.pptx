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457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1524000">
                <a:tc rowSpan="2" gridSpan="2">
                  <a:txBody>
                    <a:bodyPr/>
                    <a:lstStyle/>
                    <a:p>
                      <a:r>
                        <a:t>R0C0</a:t>
                      </a:r>
                    </a:p>
                    <a:p>
                      <a:r>
                        <a:t>R0C1</a:t>
                      </a:r>
                    </a:p>
                    <a:p>
                      <a:r>
                        <a:t>R1C0</a:t>
                      </a:r>
                    </a:p>
                    <a:p>
                      <a:r>
                        <a:t>R1C1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1524000">
                <a:tc gridSpan="2" vMerge="1">
                  <a:txBody>
                    <a:bodyPr/>
                    <a:lstStyle/>
                    <a:p/>
                  </a:txBody>
                  <a:tcPr/>
                </a:tc>
                <a:tc hMerge="1"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