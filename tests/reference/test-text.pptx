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80" y="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FF16B3-E138-DAA6-18DE-BEFC53761B83}"/>
              </a:ext>
            </a:extLst>
          </p:cNvPr>
          <p:cNvSpPr txBox="1"/>
          <p:nvPr/>
        </p:nvSpPr>
        <p:spPr>
          <a:xfrm>
            <a:off x="2658979" y="1491916"/>
            <a:ext cx="5048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你好，这是测试文本，“</a:t>
            </a:r>
            <a:r>
              <a:rPr lang="zh-CN" altLang="en-US" dirty="0">
                <a:solidFill>
                  <a:schemeClr val="accent5"/>
                </a:solidFill>
                <a:highlight>
                  <a:srgbClr val="000080"/>
                </a:highlight>
              </a:rPr>
              <a:t>里面为带背景的文本</a:t>
            </a:r>
            <a:r>
              <a:rPr lang="zh-CN" altLang="en-US" dirty="0"/>
              <a:t>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015C558-9A3B-BC4D-75ED-775B09EC2861}"/>
                  </a:ext>
                </a:extLst>
              </p:cNvPr>
              <p:cNvSpPr txBox="1"/>
              <p:nvPr/>
            </p:nvSpPr>
            <p:spPr>
              <a:xfrm>
                <a:off x="3585411" y="3284621"/>
                <a:ext cx="39088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这是文字框，里面带公式：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015C558-9A3B-BC4D-75ED-775B09EC2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411" y="3284621"/>
                <a:ext cx="3908827" cy="646331"/>
              </a:xfrm>
              <a:prstGeom prst="rect">
                <a:avLst/>
              </a:prstGeom>
              <a:blipFill>
                <a:blip r:embed="rId2"/>
                <a:stretch>
                  <a:fillRect l="-1248" t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A5B525D-6D45-B98D-9C7A-5BF1011782FD}"/>
              </a:ext>
            </a:extLst>
          </p:cNvPr>
          <p:cNvSpPr txBox="1"/>
          <p:nvPr/>
        </p:nvSpPr>
        <p:spPr>
          <a:xfrm>
            <a:off x="3134226" y="4608095"/>
            <a:ext cx="384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马上就开始渐变文字：</a:t>
            </a:r>
            <a:r>
              <a:rPr lang="zh-CN" altLang="en-US" dirty="0"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这是渐变文字</a:t>
            </a:r>
          </a:p>
        </p:txBody>
      </p:sp>
    </p:spTree>
    <p:extLst>
      <p:ext uri="{BB962C8B-B14F-4D97-AF65-F5344CB8AC3E}">
        <p14:creationId xmlns:p14="http://schemas.microsoft.com/office/powerpoint/2010/main" val="3856001691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黎胜华</dc:creator>
  <cp:lastModifiedBy>胜华 黎</cp:lastModifiedBy>
  <cp:revision>6</cp:revision>
  <dcterms:created xsi:type="dcterms:W3CDTF">2023-08-09T12:44:00Z</dcterms:created>
  <dcterms:modified xsi:type="dcterms:W3CDTF">2026-08-10T04:36:30Z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