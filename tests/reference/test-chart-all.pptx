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簇状柱形图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132</c:v>
                </c:pt>
                <c:pt idx="2">
                  <c:v>101</c:v>
                </c:pt>
                <c:pt idx="3">
                  <c:v>134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成本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220</c:v>
                </c:pt>
                <c:pt idx="1">
                  <c:v>182</c:v>
                </c:pt>
                <c:pt idx="2">
                  <c:v>191</c:v>
                </c:pt>
                <c:pt idx="3">
                  <c:v>234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折线图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销量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55</c:v>
                </c:pt>
                <c:pt idx="2">
                  <c:v>48</c:v>
                </c:pt>
                <c:pt idx="3">
                  <c:v>68</c:v>
                </c:pt>
                <c:pt idx="4">
                  <c:v>61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面积图</a:t>
            </a:r>
          </a:p>
        </c:rich>
      </c:tx>
      <c:layout/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访问量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55</c:v>
                </c:pt>
                <c:pt idx="2">
                  <c:v>42</c:v>
                </c:pt>
                <c:pt idx="3">
                  <c:v>68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饼图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甲</c:v>
                </c:pt>
                <c:pt idx="1">
                  <c:v>乙</c:v>
                </c:pt>
                <c:pt idx="2">
                  <c:v>丙</c:v>
                </c:pt>
                <c:pt idx="3">
                  <c:v>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22</c:v>
                </c:pt>
                <c:pt idx="3">
                  <c:v>18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r>
              <a:t>环形图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份额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东</c:v>
                </c:pt>
                <c:pt idx="1">
                  <c:v>西</c:v>
                </c:pt>
                <c:pt idx="2">
                  <c:v>南</c:v>
                </c:pt>
                <c:pt idx="3">
                  <c:v>北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散点图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样本A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55</c:v>
                </c:pt>
                <c:pt idx="2">
                  <c:v>42</c:v>
                </c:pt>
                <c:pt idx="3">
                  <c:v>68</c:v>
                </c:pt>
                <c:pt idx="4">
                  <c:v>90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样本B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Sheet1!$A$9:$A$12</c:f>
              <c:numCache>
                <c:formatCode>General</c:formatCode>
                <c:ptCount val="4"/>
                <c:pt idx="0">
                  <c:v>1.5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xVal>
          <c:yVal>
            <c:numRef>
              <c:f>Sheet1!$B$9:$B$12</c:f>
              <c:numCache>
                <c:formatCode>General</c:formatCode>
                <c:ptCount val="4"/>
                <c:pt idx="0">
                  <c:v>20</c:v>
                </c:pt>
                <c:pt idx="1">
                  <c:v>45</c:v>
                </c:pt>
                <c:pt idx="2">
                  <c:v>60</c:v>
                </c:pt>
                <c:pt idx="3">
                  <c:v>55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气泡图</a:t>
            </a:r>
          </a:p>
        </c:rich>
      </c:tx>
      <c:layout/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气泡A</c:v>
                </c:pt>
              </c:strCache>
            </c:strRef>
          </c:tx>
          <c:invertIfNegative val="0"/>
          <c:xVal>
            <c:numRef>
              <c:f>Sheet1!$A$2:$A$4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55</c:v>
                </c:pt>
                <c:pt idx="2">
                  <c:v>42</c:v>
                </c:pt>
              </c:numCache>
            </c:numRef>
          </c:yVal>
          <c:bubbleSize>
            <c:numRef>
              <c:f>Sheet1!$C$2:$C$4</c:f>
              <c:numCache>
                <c:formatCode>General</c:formatCode>
                <c:ptCount val="3"/>
                <c:pt idx="0">
                  <c:v>20</c:v>
                </c:pt>
                <c:pt idx="1">
                  <c:v>35</c:v>
                </c:pt>
                <c:pt idx="2">
                  <c:v>25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Sheet1!$B$6</c:f>
              <c:strCache>
                <c:ptCount val="1"/>
                <c:pt idx="0">
                  <c:v>气泡B</c:v>
                </c:pt>
              </c:strCache>
            </c:strRef>
          </c:tx>
          <c:invertIfNegative val="0"/>
          <c:xVal>
            <c:numRef>
              <c:f>Sheet1!$A$7:$A$8</c:f>
              <c:numCache>
                <c:formatCode>General</c:formatCode>
                <c:ptCount val="2"/>
                <c:pt idx="0">
                  <c:v>1.5</c:v>
                </c:pt>
                <c:pt idx="1">
                  <c:v>2.5</c:v>
                </c:pt>
              </c:numCache>
            </c:numRef>
          </c:xVal>
          <c:yVal>
            <c:numRef>
              <c:f>Sheet1!$B$7:$B$8</c:f>
              <c:numCache>
                <c:formatCode>General</c:formatCode>
                <c:ptCount val="2"/>
                <c:pt idx="0">
                  <c:v>25</c:v>
                </c:pt>
                <c:pt idx="1">
                  <c:v>48</c:v>
                </c:pt>
              </c:numCache>
            </c:numRef>
          </c:yVal>
          <c:bubbleSize>
            <c:numRef>
              <c:f>Sheet1!$C$7:$C$8</c:f>
              <c:numCache>
                <c:formatCode>General</c:formatCode>
                <c:ptCount val="2"/>
                <c:pt idx="0">
                  <c:v>30</c:v>
                </c:pt>
                <c:pt idx="1">
                  <c:v>40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100"/>
        <c:showNegBubbles val="0"/>
        <c:axId val="-2115720072"/>
        <c:axId val="-2115723560"/>
      </c:bubbleChart>
      <c:valAx>
        <c:axId val="-2115720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15723560"/>
        <c:crosses val="autoZero"/>
        <c:crossBetween val="midCat"/>
      </c:valAx>
      <c:valAx>
        <c:axId val="-211572356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15720072"/>
        <c:crosses val="autoZero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t>雷达图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角色A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速度</c:v>
                </c:pt>
                <c:pt idx="1">
                  <c:v>力量</c:v>
                </c:pt>
                <c:pt idx="2">
                  <c:v>防御</c:v>
                </c:pt>
                <c:pt idx="3">
                  <c:v>敏捷</c:v>
                </c:pt>
                <c:pt idx="4">
                  <c:v>耐力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</c:v>
                </c:pt>
                <c:pt idx="1">
                  <c:v>70</c:v>
                </c:pt>
                <c:pt idx="2">
                  <c:v>60</c:v>
                </c:pt>
                <c:pt idx="3">
                  <c:v>90</c:v>
                </c:pt>
                <c:pt idx="4">
                  <c:v>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角色B</c:v>
                </c:pt>
              </c:strCache>
            </c:strRef>
          </c:tx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速度</c:v>
                </c:pt>
                <c:pt idx="1">
                  <c:v>力量</c:v>
                </c:pt>
                <c:pt idx="2">
                  <c:v>防御</c:v>
                </c:pt>
                <c:pt idx="3">
                  <c:v>敏捷</c:v>
                </c:pt>
                <c:pt idx="4">
                  <c:v>耐力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60</c:v>
                </c:pt>
                <c:pt idx="1">
                  <c:v>85</c:v>
                </c:pt>
                <c:pt idx="2">
                  <c:v>75</c:v>
                </c:pt>
                <c:pt idx="3">
                  <c:v>55</c:v>
                </c:pt>
                <c:pt idx="4">
                  <c:v>80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